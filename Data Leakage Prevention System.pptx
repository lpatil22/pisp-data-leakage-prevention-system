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39" y="4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D87E20-8991-48D8-9845-AAA8BA691E7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A212F7E-746C-4037-8654-8B3F21F183C0}">
      <dgm:prSet/>
      <dgm:spPr/>
      <dgm:t>
        <a:bodyPr/>
        <a:lstStyle/>
        <a:p>
          <a:r>
            <a:rPr lang="en-US"/>
            <a:t>Detect and block sensitive data patterns (e.g., emails, passwords, credit cards).</a:t>
          </a:r>
        </a:p>
      </dgm:t>
    </dgm:pt>
    <dgm:pt modelId="{BD080015-4482-4CE9-8E40-494E8F93EAB2}" type="parTrans" cxnId="{CA1E5012-C75C-4EB4-B0B4-91B3783275BC}">
      <dgm:prSet/>
      <dgm:spPr/>
      <dgm:t>
        <a:bodyPr/>
        <a:lstStyle/>
        <a:p>
          <a:endParaRPr lang="en-US"/>
        </a:p>
      </dgm:t>
    </dgm:pt>
    <dgm:pt modelId="{1991B11E-7292-45BD-A459-4A687A96285E}" type="sibTrans" cxnId="{CA1E5012-C75C-4EB4-B0B4-91B3783275BC}">
      <dgm:prSet/>
      <dgm:spPr/>
      <dgm:t>
        <a:bodyPr/>
        <a:lstStyle/>
        <a:p>
          <a:endParaRPr lang="en-US"/>
        </a:p>
      </dgm:t>
    </dgm:pt>
    <dgm:pt modelId="{88C6BFBC-F145-4714-AAFA-57970491EDEF}">
      <dgm:prSet/>
      <dgm:spPr/>
      <dgm:t>
        <a:bodyPr/>
        <a:lstStyle/>
        <a:p>
          <a:r>
            <a:rPr lang="en-US"/>
            <a:t>Log all potential data leaks with timestamps.</a:t>
          </a:r>
        </a:p>
      </dgm:t>
    </dgm:pt>
    <dgm:pt modelId="{5E437E7C-0876-44A8-801A-81E2DF5EF39D}" type="parTrans" cxnId="{16D21779-7223-4CE9-A646-39EAD2F5EA8C}">
      <dgm:prSet/>
      <dgm:spPr/>
      <dgm:t>
        <a:bodyPr/>
        <a:lstStyle/>
        <a:p>
          <a:endParaRPr lang="en-US"/>
        </a:p>
      </dgm:t>
    </dgm:pt>
    <dgm:pt modelId="{CB4BC661-A353-4C27-BC81-24931453948F}" type="sibTrans" cxnId="{16D21779-7223-4CE9-A646-39EAD2F5EA8C}">
      <dgm:prSet/>
      <dgm:spPr/>
      <dgm:t>
        <a:bodyPr/>
        <a:lstStyle/>
        <a:p>
          <a:endParaRPr lang="en-US"/>
        </a:p>
      </dgm:t>
    </dgm:pt>
    <dgm:pt modelId="{0CC7023C-B1D6-4BA3-8589-375F66D31A78}">
      <dgm:prSet/>
      <dgm:spPr/>
      <dgm:t>
        <a:bodyPr/>
        <a:lstStyle/>
        <a:p>
          <a:r>
            <a:rPr lang="en-US"/>
            <a:t>Mask sensitive information before displaying or storing it.</a:t>
          </a:r>
        </a:p>
      </dgm:t>
    </dgm:pt>
    <dgm:pt modelId="{11AA968F-CE4C-4CF5-9EC2-615ACAF05B50}" type="parTrans" cxnId="{CE870F2C-AA4D-475D-AF65-81048C02AC78}">
      <dgm:prSet/>
      <dgm:spPr/>
      <dgm:t>
        <a:bodyPr/>
        <a:lstStyle/>
        <a:p>
          <a:endParaRPr lang="en-US"/>
        </a:p>
      </dgm:t>
    </dgm:pt>
    <dgm:pt modelId="{EA9019FA-A293-49BF-8E75-EF7B81C43270}" type="sibTrans" cxnId="{CE870F2C-AA4D-475D-AF65-81048C02AC78}">
      <dgm:prSet/>
      <dgm:spPr/>
      <dgm:t>
        <a:bodyPr/>
        <a:lstStyle/>
        <a:p>
          <a:endParaRPr lang="en-US"/>
        </a:p>
      </dgm:t>
    </dgm:pt>
    <dgm:pt modelId="{001FBD62-5029-4E70-A11A-66372E4ACBCB}">
      <dgm:prSet/>
      <dgm:spPr/>
      <dgm:t>
        <a:bodyPr/>
        <a:lstStyle/>
        <a:p>
          <a:r>
            <a:rPr lang="en-US"/>
            <a:t>Provide a simple and interactive way to test the system using POST requests.</a:t>
          </a:r>
        </a:p>
      </dgm:t>
    </dgm:pt>
    <dgm:pt modelId="{5B225CEA-490E-4521-9AE4-2821F5F3BD03}" type="parTrans" cxnId="{B5A75DC5-0182-469B-814D-B1ABA98B692D}">
      <dgm:prSet/>
      <dgm:spPr/>
      <dgm:t>
        <a:bodyPr/>
        <a:lstStyle/>
        <a:p>
          <a:endParaRPr lang="en-US"/>
        </a:p>
      </dgm:t>
    </dgm:pt>
    <dgm:pt modelId="{EC383721-CB7B-460D-9F06-67C9D6D257FC}" type="sibTrans" cxnId="{B5A75DC5-0182-469B-814D-B1ABA98B692D}">
      <dgm:prSet/>
      <dgm:spPr/>
      <dgm:t>
        <a:bodyPr/>
        <a:lstStyle/>
        <a:p>
          <a:endParaRPr lang="en-US"/>
        </a:p>
      </dgm:t>
    </dgm:pt>
    <dgm:pt modelId="{7A01B190-9F4E-4C09-934A-AB9DFD57F12E}" type="pres">
      <dgm:prSet presAssocID="{7ED87E20-8991-48D8-9845-AAA8BA691E7F}" presName="root" presStyleCnt="0">
        <dgm:presLayoutVars>
          <dgm:dir/>
          <dgm:resizeHandles val="exact"/>
        </dgm:presLayoutVars>
      </dgm:prSet>
      <dgm:spPr/>
    </dgm:pt>
    <dgm:pt modelId="{D74DE8C8-820B-4B25-85FA-6899681DCBC8}" type="pres">
      <dgm:prSet presAssocID="{7ED87E20-8991-48D8-9845-AAA8BA691E7F}" presName="container" presStyleCnt="0">
        <dgm:presLayoutVars>
          <dgm:dir/>
          <dgm:resizeHandles val="exact"/>
        </dgm:presLayoutVars>
      </dgm:prSet>
      <dgm:spPr/>
    </dgm:pt>
    <dgm:pt modelId="{E9489182-DCAA-4A6E-AA8A-5DC890304155}" type="pres">
      <dgm:prSet presAssocID="{3A212F7E-746C-4037-8654-8B3F21F183C0}" presName="compNode" presStyleCnt="0"/>
      <dgm:spPr/>
    </dgm:pt>
    <dgm:pt modelId="{418E8E6C-8B46-41EF-9E68-252C3776A0CC}" type="pres">
      <dgm:prSet presAssocID="{3A212F7E-746C-4037-8654-8B3F21F183C0}" presName="iconBgRect" presStyleLbl="bgShp" presStyleIdx="0" presStyleCnt="4"/>
      <dgm:spPr/>
    </dgm:pt>
    <dgm:pt modelId="{5E378C1B-D08A-433F-8E5F-F9F17DE2EB30}" type="pres">
      <dgm:prSet presAssocID="{3A212F7E-746C-4037-8654-8B3F21F183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D0E48E06-127B-4F76-A22B-9DFD2ED9F605}" type="pres">
      <dgm:prSet presAssocID="{3A212F7E-746C-4037-8654-8B3F21F183C0}" presName="spaceRect" presStyleCnt="0"/>
      <dgm:spPr/>
    </dgm:pt>
    <dgm:pt modelId="{97A90B00-0D61-4578-B85C-9A1F29812117}" type="pres">
      <dgm:prSet presAssocID="{3A212F7E-746C-4037-8654-8B3F21F183C0}" presName="textRect" presStyleLbl="revTx" presStyleIdx="0" presStyleCnt="4">
        <dgm:presLayoutVars>
          <dgm:chMax val="1"/>
          <dgm:chPref val="1"/>
        </dgm:presLayoutVars>
      </dgm:prSet>
      <dgm:spPr/>
    </dgm:pt>
    <dgm:pt modelId="{C893AD40-7B2E-402E-9E1B-61C308515A49}" type="pres">
      <dgm:prSet presAssocID="{1991B11E-7292-45BD-A459-4A687A96285E}" presName="sibTrans" presStyleLbl="sibTrans2D1" presStyleIdx="0" presStyleCnt="0"/>
      <dgm:spPr/>
    </dgm:pt>
    <dgm:pt modelId="{3FFB7070-8185-4447-BB39-12E7F49BA9B8}" type="pres">
      <dgm:prSet presAssocID="{88C6BFBC-F145-4714-AAFA-57970491EDEF}" presName="compNode" presStyleCnt="0"/>
      <dgm:spPr/>
    </dgm:pt>
    <dgm:pt modelId="{F5433269-C4FB-43D8-8D1C-F310F74E7892}" type="pres">
      <dgm:prSet presAssocID="{88C6BFBC-F145-4714-AAFA-57970491EDEF}" presName="iconBgRect" presStyleLbl="bgShp" presStyleIdx="1" presStyleCnt="4"/>
      <dgm:spPr/>
    </dgm:pt>
    <dgm:pt modelId="{5754D9FA-0F2E-41BD-A024-4F4FE44093D5}" type="pres">
      <dgm:prSet presAssocID="{88C6BFBC-F145-4714-AAFA-57970491ED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3390C99-0740-46D4-9C65-8AE98A5757D9}" type="pres">
      <dgm:prSet presAssocID="{88C6BFBC-F145-4714-AAFA-57970491EDEF}" presName="spaceRect" presStyleCnt="0"/>
      <dgm:spPr/>
    </dgm:pt>
    <dgm:pt modelId="{8ADDE59E-7889-4F05-B1FC-E9268FB70643}" type="pres">
      <dgm:prSet presAssocID="{88C6BFBC-F145-4714-AAFA-57970491EDEF}" presName="textRect" presStyleLbl="revTx" presStyleIdx="1" presStyleCnt="4">
        <dgm:presLayoutVars>
          <dgm:chMax val="1"/>
          <dgm:chPref val="1"/>
        </dgm:presLayoutVars>
      </dgm:prSet>
      <dgm:spPr/>
    </dgm:pt>
    <dgm:pt modelId="{836E3E66-8C9F-4776-B8CF-DBC518B6B3EF}" type="pres">
      <dgm:prSet presAssocID="{CB4BC661-A353-4C27-BC81-24931453948F}" presName="sibTrans" presStyleLbl="sibTrans2D1" presStyleIdx="0" presStyleCnt="0"/>
      <dgm:spPr/>
    </dgm:pt>
    <dgm:pt modelId="{A8F9CAF3-52A4-4453-ACBE-BD31193DEDA4}" type="pres">
      <dgm:prSet presAssocID="{0CC7023C-B1D6-4BA3-8589-375F66D31A78}" presName="compNode" presStyleCnt="0"/>
      <dgm:spPr/>
    </dgm:pt>
    <dgm:pt modelId="{1F5188E4-04F2-464E-9ED1-59E5D4CA6ACC}" type="pres">
      <dgm:prSet presAssocID="{0CC7023C-B1D6-4BA3-8589-375F66D31A78}" presName="iconBgRect" presStyleLbl="bgShp" presStyleIdx="2" presStyleCnt="4"/>
      <dgm:spPr/>
    </dgm:pt>
    <dgm:pt modelId="{C931C1F5-672F-4B31-A808-07DD9A6616AA}" type="pres">
      <dgm:prSet presAssocID="{0CC7023C-B1D6-4BA3-8589-375F66D31A7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y Mask"/>
        </a:ext>
      </dgm:extLst>
    </dgm:pt>
    <dgm:pt modelId="{CA04D347-8E1F-48B4-B5F1-BDEF4116543E}" type="pres">
      <dgm:prSet presAssocID="{0CC7023C-B1D6-4BA3-8589-375F66D31A78}" presName="spaceRect" presStyleCnt="0"/>
      <dgm:spPr/>
    </dgm:pt>
    <dgm:pt modelId="{6E596575-9E73-4C22-A623-49EF32C7F0AB}" type="pres">
      <dgm:prSet presAssocID="{0CC7023C-B1D6-4BA3-8589-375F66D31A78}" presName="textRect" presStyleLbl="revTx" presStyleIdx="2" presStyleCnt="4">
        <dgm:presLayoutVars>
          <dgm:chMax val="1"/>
          <dgm:chPref val="1"/>
        </dgm:presLayoutVars>
      </dgm:prSet>
      <dgm:spPr/>
    </dgm:pt>
    <dgm:pt modelId="{E13186BF-46A3-433E-BF85-22119CDEF083}" type="pres">
      <dgm:prSet presAssocID="{EA9019FA-A293-49BF-8E75-EF7B81C43270}" presName="sibTrans" presStyleLbl="sibTrans2D1" presStyleIdx="0" presStyleCnt="0"/>
      <dgm:spPr/>
    </dgm:pt>
    <dgm:pt modelId="{1D60340E-5DBA-4BED-854F-3126B182A0CB}" type="pres">
      <dgm:prSet presAssocID="{001FBD62-5029-4E70-A11A-66372E4ACBCB}" presName="compNode" presStyleCnt="0"/>
      <dgm:spPr/>
    </dgm:pt>
    <dgm:pt modelId="{7C4F5B3E-0C72-4E3D-A710-089385EF9AF1}" type="pres">
      <dgm:prSet presAssocID="{001FBD62-5029-4E70-A11A-66372E4ACBCB}" presName="iconBgRect" presStyleLbl="bgShp" presStyleIdx="3" presStyleCnt="4"/>
      <dgm:spPr/>
    </dgm:pt>
    <dgm:pt modelId="{7358B434-7579-449B-B99D-BA4D32B64F60}" type="pres">
      <dgm:prSet presAssocID="{001FBD62-5029-4E70-A11A-66372E4ACB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8DF8C52-21B4-4760-BF34-19912624A7EF}" type="pres">
      <dgm:prSet presAssocID="{001FBD62-5029-4E70-A11A-66372E4ACBCB}" presName="spaceRect" presStyleCnt="0"/>
      <dgm:spPr/>
    </dgm:pt>
    <dgm:pt modelId="{10A8D2C4-82B3-4018-9B95-956FCD37CF48}" type="pres">
      <dgm:prSet presAssocID="{001FBD62-5029-4E70-A11A-66372E4ACBC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A41EE07-7B2D-4A03-BCF4-8D962C619611}" type="presOf" srcId="{001FBD62-5029-4E70-A11A-66372E4ACBCB}" destId="{10A8D2C4-82B3-4018-9B95-956FCD37CF48}" srcOrd="0" destOrd="0" presId="urn:microsoft.com/office/officeart/2018/2/layout/IconCircleList"/>
    <dgm:cxn modelId="{CA1E5012-C75C-4EB4-B0B4-91B3783275BC}" srcId="{7ED87E20-8991-48D8-9845-AAA8BA691E7F}" destId="{3A212F7E-746C-4037-8654-8B3F21F183C0}" srcOrd="0" destOrd="0" parTransId="{BD080015-4482-4CE9-8E40-494E8F93EAB2}" sibTransId="{1991B11E-7292-45BD-A459-4A687A96285E}"/>
    <dgm:cxn modelId="{F6CB9512-B071-4FC5-A4C3-429353516E8D}" type="presOf" srcId="{1991B11E-7292-45BD-A459-4A687A96285E}" destId="{C893AD40-7B2E-402E-9E1B-61C308515A49}" srcOrd="0" destOrd="0" presId="urn:microsoft.com/office/officeart/2018/2/layout/IconCircleList"/>
    <dgm:cxn modelId="{9ED6B613-CEBE-456A-811D-D2FF518AADF9}" type="presOf" srcId="{0CC7023C-B1D6-4BA3-8589-375F66D31A78}" destId="{6E596575-9E73-4C22-A623-49EF32C7F0AB}" srcOrd="0" destOrd="0" presId="urn:microsoft.com/office/officeart/2018/2/layout/IconCircleList"/>
    <dgm:cxn modelId="{CE870F2C-AA4D-475D-AF65-81048C02AC78}" srcId="{7ED87E20-8991-48D8-9845-AAA8BA691E7F}" destId="{0CC7023C-B1D6-4BA3-8589-375F66D31A78}" srcOrd="2" destOrd="0" parTransId="{11AA968F-CE4C-4CF5-9EC2-615ACAF05B50}" sibTransId="{EA9019FA-A293-49BF-8E75-EF7B81C43270}"/>
    <dgm:cxn modelId="{357FE761-B73F-451A-ABE9-4A0A5C955C4D}" type="presOf" srcId="{CB4BC661-A353-4C27-BC81-24931453948F}" destId="{836E3E66-8C9F-4776-B8CF-DBC518B6B3EF}" srcOrd="0" destOrd="0" presId="urn:microsoft.com/office/officeart/2018/2/layout/IconCircleList"/>
    <dgm:cxn modelId="{15A1C64A-8FEE-4DAA-91BD-38DD861C576C}" type="presOf" srcId="{88C6BFBC-F145-4714-AAFA-57970491EDEF}" destId="{8ADDE59E-7889-4F05-B1FC-E9268FB70643}" srcOrd="0" destOrd="0" presId="urn:microsoft.com/office/officeart/2018/2/layout/IconCircleList"/>
    <dgm:cxn modelId="{54EEFC4E-8618-41CB-8545-E6BFEB82CFA7}" type="presOf" srcId="{EA9019FA-A293-49BF-8E75-EF7B81C43270}" destId="{E13186BF-46A3-433E-BF85-22119CDEF083}" srcOrd="0" destOrd="0" presId="urn:microsoft.com/office/officeart/2018/2/layout/IconCircleList"/>
    <dgm:cxn modelId="{16D21779-7223-4CE9-A646-39EAD2F5EA8C}" srcId="{7ED87E20-8991-48D8-9845-AAA8BA691E7F}" destId="{88C6BFBC-F145-4714-AAFA-57970491EDEF}" srcOrd="1" destOrd="0" parTransId="{5E437E7C-0876-44A8-801A-81E2DF5EF39D}" sibTransId="{CB4BC661-A353-4C27-BC81-24931453948F}"/>
    <dgm:cxn modelId="{F857DEA6-042D-4477-85D2-6A6B6575B85A}" type="presOf" srcId="{3A212F7E-746C-4037-8654-8B3F21F183C0}" destId="{97A90B00-0D61-4578-B85C-9A1F29812117}" srcOrd="0" destOrd="0" presId="urn:microsoft.com/office/officeart/2018/2/layout/IconCircleList"/>
    <dgm:cxn modelId="{B5A75DC5-0182-469B-814D-B1ABA98B692D}" srcId="{7ED87E20-8991-48D8-9845-AAA8BA691E7F}" destId="{001FBD62-5029-4E70-A11A-66372E4ACBCB}" srcOrd="3" destOrd="0" parTransId="{5B225CEA-490E-4521-9AE4-2821F5F3BD03}" sibTransId="{EC383721-CB7B-460D-9F06-67C9D6D257FC}"/>
    <dgm:cxn modelId="{04DA92FE-F8C8-482A-B15F-517D771A8A29}" type="presOf" srcId="{7ED87E20-8991-48D8-9845-AAA8BA691E7F}" destId="{7A01B190-9F4E-4C09-934A-AB9DFD57F12E}" srcOrd="0" destOrd="0" presId="urn:microsoft.com/office/officeart/2018/2/layout/IconCircleList"/>
    <dgm:cxn modelId="{7109FD64-906E-4523-BECF-F9CB14E19825}" type="presParOf" srcId="{7A01B190-9F4E-4C09-934A-AB9DFD57F12E}" destId="{D74DE8C8-820B-4B25-85FA-6899681DCBC8}" srcOrd="0" destOrd="0" presId="urn:microsoft.com/office/officeart/2018/2/layout/IconCircleList"/>
    <dgm:cxn modelId="{1D122755-77F7-4531-AADF-AE78AB01580B}" type="presParOf" srcId="{D74DE8C8-820B-4B25-85FA-6899681DCBC8}" destId="{E9489182-DCAA-4A6E-AA8A-5DC890304155}" srcOrd="0" destOrd="0" presId="urn:microsoft.com/office/officeart/2018/2/layout/IconCircleList"/>
    <dgm:cxn modelId="{5661CCB9-0020-4E1A-9158-AF87E01FB045}" type="presParOf" srcId="{E9489182-DCAA-4A6E-AA8A-5DC890304155}" destId="{418E8E6C-8B46-41EF-9E68-252C3776A0CC}" srcOrd="0" destOrd="0" presId="urn:microsoft.com/office/officeart/2018/2/layout/IconCircleList"/>
    <dgm:cxn modelId="{FBC3D184-3BDA-470E-9763-EAAB7B0482FB}" type="presParOf" srcId="{E9489182-DCAA-4A6E-AA8A-5DC890304155}" destId="{5E378C1B-D08A-433F-8E5F-F9F17DE2EB30}" srcOrd="1" destOrd="0" presId="urn:microsoft.com/office/officeart/2018/2/layout/IconCircleList"/>
    <dgm:cxn modelId="{E78E3679-B519-4F5A-AAD9-E479526DDAB7}" type="presParOf" srcId="{E9489182-DCAA-4A6E-AA8A-5DC890304155}" destId="{D0E48E06-127B-4F76-A22B-9DFD2ED9F605}" srcOrd="2" destOrd="0" presId="urn:microsoft.com/office/officeart/2018/2/layout/IconCircleList"/>
    <dgm:cxn modelId="{E0D5CA59-28A5-4A33-8E66-EEB5E6172CDA}" type="presParOf" srcId="{E9489182-DCAA-4A6E-AA8A-5DC890304155}" destId="{97A90B00-0D61-4578-B85C-9A1F29812117}" srcOrd="3" destOrd="0" presId="urn:microsoft.com/office/officeart/2018/2/layout/IconCircleList"/>
    <dgm:cxn modelId="{DF22F96F-E7E1-44AB-840F-EC00EBF398C0}" type="presParOf" srcId="{D74DE8C8-820B-4B25-85FA-6899681DCBC8}" destId="{C893AD40-7B2E-402E-9E1B-61C308515A49}" srcOrd="1" destOrd="0" presId="urn:microsoft.com/office/officeart/2018/2/layout/IconCircleList"/>
    <dgm:cxn modelId="{EBB39A27-A34C-4F6E-84C2-9782465E591C}" type="presParOf" srcId="{D74DE8C8-820B-4B25-85FA-6899681DCBC8}" destId="{3FFB7070-8185-4447-BB39-12E7F49BA9B8}" srcOrd="2" destOrd="0" presId="urn:microsoft.com/office/officeart/2018/2/layout/IconCircleList"/>
    <dgm:cxn modelId="{759D5E4E-6A96-44A6-9CE6-909272FBB4CD}" type="presParOf" srcId="{3FFB7070-8185-4447-BB39-12E7F49BA9B8}" destId="{F5433269-C4FB-43D8-8D1C-F310F74E7892}" srcOrd="0" destOrd="0" presId="urn:microsoft.com/office/officeart/2018/2/layout/IconCircleList"/>
    <dgm:cxn modelId="{36689508-E813-404A-BDE6-63D8E741469F}" type="presParOf" srcId="{3FFB7070-8185-4447-BB39-12E7F49BA9B8}" destId="{5754D9FA-0F2E-41BD-A024-4F4FE44093D5}" srcOrd="1" destOrd="0" presId="urn:microsoft.com/office/officeart/2018/2/layout/IconCircleList"/>
    <dgm:cxn modelId="{0D0CE773-FEA6-4BE2-A131-8150539A2317}" type="presParOf" srcId="{3FFB7070-8185-4447-BB39-12E7F49BA9B8}" destId="{C3390C99-0740-46D4-9C65-8AE98A5757D9}" srcOrd="2" destOrd="0" presId="urn:microsoft.com/office/officeart/2018/2/layout/IconCircleList"/>
    <dgm:cxn modelId="{DE0CA323-ECEB-4281-A73E-D147DBDABB9B}" type="presParOf" srcId="{3FFB7070-8185-4447-BB39-12E7F49BA9B8}" destId="{8ADDE59E-7889-4F05-B1FC-E9268FB70643}" srcOrd="3" destOrd="0" presId="urn:microsoft.com/office/officeart/2018/2/layout/IconCircleList"/>
    <dgm:cxn modelId="{E08E29C1-6DAC-4B65-BC80-4A99782270B7}" type="presParOf" srcId="{D74DE8C8-820B-4B25-85FA-6899681DCBC8}" destId="{836E3E66-8C9F-4776-B8CF-DBC518B6B3EF}" srcOrd="3" destOrd="0" presId="urn:microsoft.com/office/officeart/2018/2/layout/IconCircleList"/>
    <dgm:cxn modelId="{18165C37-8E36-4FD0-AD3D-562CF4374C56}" type="presParOf" srcId="{D74DE8C8-820B-4B25-85FA-6899681DCBC8}" destId="{A8F9CAF3-52A4-4453-ACBE-BD31193DEDA4}" srcOrd="4" destOrd="0" presId="urn:microsoft.com/office/officeart/2018/2/layout/IconCircleList"/>
    <dgm:cxn modelId="{6BC0E824-4146-44BB-91BC-271B8A5350F8}" type="presParOf" srcId="{A8F9CAF3-52A4-4453-ACBE-BD31193DEDA4}" destId="{1F5188E4-04F2-464E-9ED1-59E5D4CA6ACC}" srcOrd="0" destOrd="0" presId="urn:microsoft.com/office/officeart/2018/2/layout/IconCircleList"/>
    <dgm:cxn modelId="{845BC02B-834B-4FB5-A273-523B6B0591C9}" type="presParOf" srcId="{A8F9CAF3-52A4-4453-ACBE-BD31193DEDA4}" destId="{C931C1F5-672F-4B31-A808-07DD9A6616AA}" srcOrd="1" destOrd="0" presId="urn:microsoft.com/office/officeart/2018/2/layout/IconCircleList"/>
    <dgm:cxn modelId="{118DA09F-D1D7-4F1B-A9BD-340DB59889AA}" type="presParOf" srcId="{A8F9CAF3-52A4-4453-ACBE-BD31193DEDA4}" destId="{CA04D347-8E1F-48B4-B5F1-BDEF4116543E}" srcOrd="2" destOrd="0" presId="urn:microsoft.com/office/officeart/2018/2/layout/IconCircleList"/>
    <dgm:cxn modelId="{65EC251C-F5A2-488E-806E-5E0502BF2388}" type="presParOf" srcId="{A8F9CAF3-52A4-4453-ACBE-BD31193DEDA4}" destId="{6E596575-9E73-4C22-A623-49EF32C7F0AB}" srcOrd="3" destOrd="0" presId="urn:microsoft.com/office/officeart/2018/2/layout/IconCircleList"/>
    <dgm:cxn modelId="{0A8174BB-6624-4130-8DB8-E3434BBE930E}" type="presParOf" srcId="{D74DE8C8-820B-4B25-85FA-6899681DCBC8}" destId="{E13186BF-46A3-433E-BF85-22119CDEF083}" srcOrd="5" destOrd="0" presId="urn:microsoft.com/office/officeart/2018/2/layout/IconCircleList"/>
    <dgm:cxn modelId="{579CB967-0ED3-4DB2-A693-9F20AE24AE77}" type="presParOf" srcId="{D74DE8C8-820B-4B25-85FA-6899681DCBC8}" destId="{1D60340E-5DBA-4BED-854F-3126B182A0CB}" srcOrd="6" destOrd="0" presId="urn:microsoft.com/office/officeart/2018/2/layout/IconCircleList"/>
    <dgm:cxn modelId="{DC369465-6D78-471E-B0EF-9834DA98A63D}" type="presParOf" srcId="{1D60340E-5DBA-4BED-854F-3126B182A0CB}" destId="{7C4F5B3E-0C72-4E3D-A710-089385EF9AF1}" srcOrd="0" destOrd="0" presId="urn:microsoft.com/office/officeart/2018/2/layout/IconCircleList"/>
    <dgm:cxn modelId="{DECB7B7C-4122-4A3F-B4DD-BCABBED6A512}" type="presParOf" srcId="{1D60340E-5DBA-4BED-854F-3126B182A0CB}" destId="{7358B434-7579-449B-B99D-BA4D32B64F60}" srcOrd="1" destOrd="0" presId="urn:microsoft.com/office/officeart/2018/2/layout/IconCircleList"/>
    <dgm:cxn modelId="{3D178D76-73A4-46AF-BADB-8B813424DE3A}" type="presParOf" srcId="{1D60340E-5DBA-4BED-854F-3126B182A0CB}" destId="{68DF8C52-21B4-4760-BF34-19912624A7EF}" srcOrd="2" destOrd="0" presId="urn:microsoft.com/office/officeart/2018/2/layout/IconCircleList"/>
    <dgm:cxn modelId="{02A2696F-19C8-44B9-B753-08AB166C0CCD}" type="presParOf" srcId="{1D60340E-5DBA-4BED-854F-3126B182A0CB}" destId="{10A8D2C4-82B3-4018-9B95-956FCD37CF4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738FD5-1E12-41F0-B094-21B7C17BC08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04794F-A88E-45FE-9198-2B5C89C9C5D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Purpose:</a:t>
          </a:r>
          <a:br>
            <a:rPr lang="en-IN"/>
          </a:br>
          <a:r>
            <a:rPr lang="en-IN"/>
            <a:t>	Performs analysis on incoming payloads and identifies 	sensitive patterns.</a:t>
          </a:r>
          <a:endParaRPr lang="en-US"/>
        </a:p>
      </dgm:t>
    </dgm:pt>
    <dgm:pt modelId="{2B99309A-ED66-4A60-9A29-8EB3C504F260}" type="parTrans" cxnId="{36A57F01-47E5-42F4-BE0C-7A63C2E0714F}">
      <dgm:prSet/>
      <dgm:spPr/>
      <dgm:t>
        <a:bodyPr/>
        <a:lstStyle/>
        <a:p>
          <a:endParaRPr lang="en-US"/>
        </a:p>
      </dgm:t>
    </dgm:pt>
    <dgm:pt modelId="{0626ED21-8E67-407E-A86F-CE859A9DB017}" type="sibTrans" cxnId="{36A57F01-47E5-42F4-BE0C-7A63C2E0714F}">
      <dgm:prSet/>
      <dgm:spPr/>
      <dgm:t>
        <a:bodyPr/>
        <a:lstStyle/>
        <a:p>
          <a:endParaRPr lang="en-US"/>
        </a:p>
      </dgm:t>
    </dgm:pt>
    <dgm:pt modelId="{EA1B3ADD-0BBD-45FD-A626-881A2CA2DEB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Key Functions:</a:t>
          </a:r>
          <a:endParaRPr lang="en-US"/>
        </a:p>
      </dgm:t>
    </dgm:pt>
    <dgm:pt modelId="{2122EE29-B8D1-45B3-B89E-5BF2DD1D70CF}" type="parTrans" cxnId="{7E9DB80D-5190-4217-A736-BC9C4C16B40C}">
      <dgm:prSet/>
      <dgm:spPr/>
      <dgm:t>
        <a:bodyPr/>
        <a:lstStyle/>
        <a:p>
          <a:endParaRPr lang="en-US"/>
        </a:p>
      </dgm:t>
    </dgm:pt>
    <dgm:pt modelId="{F12C32BF-27B7-4CD5-A5D2-C8CC860AE063}" type="sibTrans" cxnId="{7E9DB80D-5190-4217-A736-BC9C4C16B40C}">
      <dgm:prSet/>
      <dgm:spPr/>
      <dgm:t>
        <a:bodyPr/>
        <a:lstStyle/>
        <a:p>
          <a:endParaRPr lang="en-US"/>
        </a:p>
      </dgm:t>
    </dgm:pt>
    <dgm:pt modelId="{02C201E0-EB7D-43C4-B998-CEF548195F0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 err="1"/>
            <a:t>load_rules</a:t>
          </a:r>
          <a:r>
            <a:rPr lang="en-IN" dirty="0"/>
            <a:t>() → Loads regex rules.</a:t>
          </a:r>
          <a:endParaRPr lang="en-US" dirty="0"/>
        </a:p>
      </dgm:t>
    </dgm:pt>
    <dgm:pt modelId="{5F0F725B-0DEA-4B0B-BA02-09C0EA6A4AB7}" type="parTrans" cxnId="{9B8D6220-7838-4BA3-806F-F1C3FF1D6AC3}">
      <dgm:prSet/>
      <dgm:spPr/>
      <dgm:t>
        <a:bodyPr/>
        <a:lstStyle/>
        <a:p>
          <a:endParaRPr lang="en-US"/>
        </a:p>
      </dgm:t>
    </dgm:pt>
    <dgm:pt modelId="{21D98E7A-57D3-451B-9C28-35F699F31D91}" type="sibTrans" cxnId="{9B8D6220-7838-4BA3-806F-F1C3FF1D6AC3}">
      <dgm:prSet/>
      <dgm:spPr/>
      <dgm:t>
        <a:bodyPr/>
        <a:lstStyle/>
        <a:p>
          <a:endParaRPr lang="en-US"/>
        </a:p>
      </dgm:t>
    </dgm:pt>
    <dgm:pt modelId="{D6EB7251-C9DB-4D37-BDDB-BD0E297A04C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analyze_payload() → Scans payload using regex.</a:t>
          </a:r>
          <a:endParaRPr lang="en-US"/>
        </a:p>
      </dgm:t>
    </dgm:pt>
    <dgm:pt modelId="{76944E1D-442F-4AB5-9A8A-CDD40CB2EB40}" type="parTrans" cxnId="{5A8B846C-9C61-4381-81FF-1C954C06EAD7}">
      <dgm:prSet/>
      <dgm:spPr/>
      <dgm:t>
        <a:bodyPr/>
        <a:lstStyle/>
        <a:p>
          <a:endParaRPr lang="en-US"/>
        </a:p>
      </dgm:t>
    </dgm:pt>
    <dgm:pt modelId="{F66C120A-F61A-4E8C-AB1A-B4238DB3571A}" type="sibTrans" cxnId="{5A8B846C-9C61-4381-81FF-1C954C06EAD7}">
      <dgm:prSet/>
      <dgm:spPr/>
      <dgm:t>
        <a:bodyPr/>
        <a:lstStyle/>
        <a:p>
          <a:endParaRPr lang="en-US"/>
        </a:p>
      </dgm:t>
    </dgm:pt>
    <dgm:pt modelId="{35CA76A6-61C7-4155-A989-5B22D146418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log_alert() → Records timestamped alerts.</a:t>
          </a:r>
          <a:endParaRPr lang="en-US"/>
        </a:p>
      </dgm:t>
    </dgm:pt>
    <dgm:pt modelId="{2D942713-6409-4B16-B112-0262F1AD0333}" type="parTrans" cxnId="{0608A503-FABE-4266-B728-55032D14B8D9}">
      <dgm:prSet/>
      <dgm:spPr/>
      <dgm:t>
        <a:bodyPr/>
        <a:lstStyle/>
        <a:p>
          <a:endParaRPr lang="en-US"/>
        </a:p>
      </dgm:t>
    </dgm:pt>
    <dgm:pt modelId="{23C3C2FE-94F1-4C8B-84F4-1F0764545867}" type="sibTrans" cxnId="{0608A503-FABE-4266-B728-55032D14B8D9}">
      <dgm:prSet/>
      <dgm:spPr/>
      <dgm:t>
        <a:bodyPr/>
        <a:lstStyle/>
        <a:p>
          <a:endParaRPr lang="en-US"/>
        </a:p>
      </dgm:t>
    </dgm:pt>
    <dgm:pt modelId="{337FC478-BCF3-4B12-B542-D92F0720ECEC}" type="pres">
      <dgm:prSet presAssocID="{5A738FD5-1E12-41F0-B094-21B7C17BC086}" presName="root" presStyleCnt="0">
        <dgm:presLayoutVars>
          <dgm:dir/>
          <dgm:resizeHandles val="exact"/>
        </dgm:presLayoutVars>
      </dgm:prSet>
      <dgm:spPr/>
    </dgm:pt>
    <dgm:pt modelId="{B641A069-180B-4BE8-9EA7-F739B7779F0F}" type="pres">
      <dgm:prSet presAssocID="{7F04794F-A88E-45FE-9198-2B5C89C9C5D4}" presName="compNode" presStyleCnt="0"/>
      <dgm:spPr/>
    </dgm:pt>
    <dgm:pt modelId="{14D5362F-CB78-4C75-9271-1039A36612A0}" type="pres">
      <dgm:prSet presAssocID="{7F04794F-A88E-45FE-9198-2B5C89C9C5D4}" presName="bgRect" presStyleLbl="bgShp" presStyleIdx="0" presStyleCnt="2"/>
      <dgm:spPr/>
    </dgm:pt>
    <dgm:pt modelId="{D8691B3B-E229-4D8F-B8D5-3C4286CB1578}" type="pres">
      <dgm:prSet presAssocID="{7F04794F-A88E-45FE-9198-2B5C89C9C5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7E5CEE0-10FB-4CC8-AAA6-C529DA4AEB4C}" type="pres">
      <dgm:prSet presAssocID="{7F04794F-A88E-45FE-9198-2B5C89C9C5D4}" presName="spaceRect" presStyleCnt="0"/>
      <dgm:spPr/>
    </dgm:pt>
    <dgm:pt modelId="{044FB758-DC02-4CC2-A447-BC8AF85F1A2F}" type="pres">
      <dgm:prSet presAssocID="{7F04794F-A88E-45FE-9198-2B5C89C9C5D4}" presName="parTx" presStyleLbl="revTx" presStyleIdx="0" presStyleCnt="3">
        <dgm:presLayoutVars>
          <dgm:chMax val="0"/>
          <dgm:chPref val="0"/>
        </dgm:presLayoutVars>
      </dgm:prSet>
      <dgm:spPr/>
    </dgm:pt>
    <dgm:pt modelId="{BE54D564-6A6D-4D74-822B-4F733F521802}" type="pres">
      <dgm:prSet presAssocID="{0626ED21-8E67-407E-A86F-CE859A9DB017}" presName="sibTrans" presStyleCnt="0"/>
      <dgm:spPr/>
    </dgm:pt>
    <dgm:pt modelId="{2B89356E-7928-4124-9EFE-CB5117F6F14F}" type="pres">
      <dgm:prSet presAssocID="{EA1B3ADD-0BBD-45FD-A626-881A2CA2DEBB}" presName="compNode" presStyleCnt="0"/>
      <dgm:spPr/>
    </dgm:pt>
    <dgm:pt modelId="{8F352141-A1D7-477E-A480-6CEEE75DCE0C}" type="pres">
      <dgm:prSet presAssocID="{EA1B3ADD-0BBD-45FD-A626-881A2CA2DEBB}" presName="bgRect" presStyleLbl="bgShp" presStyleIdx="1" presStyleCnt="2"/>
      <dgm:spPr/>
    </dgm:pt>
    <dgm:pt modelId="{483C04C3-3E44-407D-92C1-5B6B533A1204}" type="pres">
      <dgm:prSet presAssocID="{EA1B3ADD-0BBD-45FD-A626-881A2CA2DEB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BA80491B-742C-4245-9C80-C7339CE5BF5E}" type="pres">
      <dgm:prSet presAssocID="{EA1B3ADD-0BBD-45FD-A626-881A2CA2DEBB}" presName="spaceRect" presStyleCnt="0"/>
      <dgm:spPr/>
    </dgm:pt>
    <dgm:pt modelId="{278BC1B5-CBED-4C0D-9B37-BB751528F0D2}" type="pres">
      <dgm:prSet presAssocID="{EA1B3ADD-0BBD-45FD-A626-881A2CA2DEBB}" presName="parTx" presStyleLbl="revTx" presStyleIdx="1" presStyleCnt="3">
        <dgm:presLayoutVars>
          <dgm:chMax val="0"/>
          <dgm:chPref val="0"/>
        </dgm:presLayoutVars>
      </dgm:prSet>
      <dgm:spPr/>
    </dgm:pt>
    <dgm:pt modelId="{0DEFDA97-21E3-46D3-9E50-0C916CC2E73B}" type="pres">
      <dgm:prSet presAssocID="{EA1B3ADD-0BBD-45FD-A626-881A2CA2DEBB}" presName="desTx" presStyleLbl="revTx" presStyleIdx="2" presStyleCnt="3" custScaleX="148319">
        <dgm:presLayoutVars/>
      </dgm:prSet>
      <dgm:spPr/>
    </dgm:pt>
  </dgm:ptLst>
  <dgm:cxnLst>
    <dgm:cxn modelId="{36A57F01-47E5-42F4-BE0C-7A63C2E0714F}" srcId="{5A738FD5-1E12-41F0-B094-21B7C17BC086}" destId="{7F04794F-A88E-45FE-9198-2B5C89C9C5D4}" srcOrd="0" destOrd="0" parTransId="{2B99309A-ED66-4A60-9A29-8EB3C504F260}" sibTransId="{0626ED21-8E67-407E-A86F-CE859A9DB017}"/>
    <dgm:cxn modelId="{0608A503-FABE-4266-B728-55032D14B8D9}" srcId="{EA1B3ADD-0BBD-45FD-A626-881A2CA2DEBB}" destId="{35CA76A6-61C7-4155-A989-5B22D1464188}" srcOrd="2" destOrd="0" parTransId="{2D942713-6409-4B16-B112-0262F1AD0333}" sibTransId="{23C3C2FE-94F1-4C8B-84F4-1F0764545867}"/>
    <dgm:cxn modelId="{04F61808-6205-44E4-B4A4-70665BE314EE}" type="presOf" srcId="{7F04794F-A88E-45FE-9198-2B5C89C9C5D4}" destId="{044FB758-DC02-4CC2-A447-BC8AF85F1A2F}" srcOrd="0" destOrd="0" presId="urn:microsoft.com/office/officeart/2018/2/layout/IconVerticalSolidList"/>
    <dgm:cxn modelId="{7E9DB80D-5190-4217-A736-BC9C4C16B40C}" srcId="{5A738FD5-1E12-41F0-B094-21B7C17BC086}" destId="{EA1B3ADD-0BBD-45FD-A626-881A2CA2DEBB}" srcOrd="1" destOrd="0" parTransId="{2122EE29-B8D1-45B3-B89E-5BF2DD1D70CF}" sibTransId="{F12C32BF-27B7-4CD5-A5D2-C8CC860AE063}"/>
    <dgm:cxn modelId="{9B8D6220-7838-4BA3-806F-F1C3FF1D6AC3}" srcId="{EA1B3ADD-0BBD-45FD-A626-881A2CA2DEBB}" destId="{02C201E0-EB7D-43C4-B998-CEF548195F0E}" srcOrd="0" destOrd="0" parTransId="{5F0F725B-0DEA-4B0B-BA02-09C0EA6A4AB7}" sibTransId="{21D98E7A-57D3-451B-9C28-35F699F31D91}"/>
    <dgm:cxn modelId="{8B2A5332-DFF7-4597-BE3C-A6E0A30BD1B2}" type="presOf" srcId="{5A738FD5-1E12-41F0-B094-21B7C17BC086}" destId="{337FC478-BCF3-4B12-B542-D92F0720ECEC}" srcOrd="0" destOrd="0" presId="urn:microsoft.com/office/officeart/2018/2/layout/IconVerticalSolidList"/>
    <dgm:cxn modelId="{9D4E0C47-D7D2-45BC-95AF-8F7EA5A7D2E9}" type="presOf" srcId="{EA1B3ADD-0BBD-45FD-A626-881A2CA2DEBB}" destId="{278BC1B5-CBED-4C0D-9B37-BB751528F0D2}" srcOrd="0" destOrd="0" presId="urn:microsoft.com/office/officeart/2018/2/layout/IconVerticalSolidList"/>
    <dgm:cxn modelId="{5A8B846C-9C61-4381-81FF-1C954C06EAD7}" srcId="{EA1B3ADD-0BBD-45FD-A626-881A2CA2DEBB}" destId="{D6EB7251-C9DB-4D37-BDDB-BD0E297A04CE}" srcOrd="1" destOrd="0" parTransId="{76944E1D-442F-4AB5-9A8A-CDD40CB2EB40}" sibTransId="{F66C120A-F61A-4E8C-AB1A-B4238DB3571A}"/>
    <dgm:cxn modelId="{D372E8CD-4F9F-4260-B4A4-384C210C0D75}" type="presOf" srcId="{02C201E0-EB7D-43C4-B998-CEF548195F0E}" destId="{0DEFDA97-21E3-46D3-9E50-0C916CC2E73B}" srcOrd="0" destOrd="0" presId="urn:microsoft.com/office/officeart/2018/2/layout/IconVerticalSolidList"/>
    <dgm:cxn modelId="{C1B6CBE7-09D8-41B7-8C01-9203C01DFDFC}" type="presOf" srcId="{35CA76A6-61C7-4155-A989-5B22D1464188}" destId="{0DEFDA97-21E3-46D3-9E50-0C916CC2E73B}" srcOrd="0" destOrd="2" presId="urn:microsoft.com/office/officeart/2018/2/layout/IconVerticalSolidList"/>
    <dgm:cxn modelId="{91F211ED-0B3B-4094-AB03-453C1D607AE7}" type="presOf" srcId="{D6EB7251-C9DB-4D37-BDDB-BD0E297A04CE}" destId="{0DEFDA97-21E3-46D3-9E50-0C916CC2E73B}" srcOrd="0" destOrd="1" presId="urn:microsoft.com/office/officeart/2018/2/layout/IconVerticalSolidList"/>
    <dgm:cxn modelId="{22C2A2FC-5D89-4756-AD8F-941A844930FF}" type="presParOf" srcId="{337FC478-BCF3-4B12-B542-D92F0720ECEC}" destId="{B641A069-180B-4BE8-9EA7-F739B7779F0F}" srcOrd="0" destOrd="0" presId="urn:microsoft.com/office/officeart/2018/2/layout/IconVerticalSolidList"/>
    <dgm:cxn modelId="{0612E32C-E31E-45CF-9092-E2933925AB15}" type="presParOf" srcId="{B641A069-180B-4BE8-9EA7-F739B7779F0F}" destId="{14D5362F-CB78-4C75-9271-1039A36612A0}" srcOrd="0" destOrd="0" presId="urn:microsoft.com/office/officeart/2018/2/layout/IconVerticalSolidList"/>
    <dgm:cxn modelId="{79CA445C-4B91-426C-AB72-BE9E2FC0911E}" type="presParOf" srcId="{B641A069-180B-4BE8-9EA7-F739B7779F0F}" destId="{D8691B3B-E229-4D8F-B8D5-3C4286CB1578}" srcOrd="1" destOrd="0" presId="urn:microsoft.com/office/officeart/2018/2/layout/IconVerticalSolidList"/>
    <dgm:cxn modelId="{85B2E82B-88B7-4782-99EE-6C2F0592644D}" type="presParOf" srcId="{B641A069-180B-4BE8-9EA7-F739B7779F0F}" destId="{A7E5CEE0-10FB-4CC8-AAA6-C529DA4AEB4C}" srcOrd="2" destOrd="0" presId="urn:microsoft.com/office/officeart/2018/2/layout/IconVerticalSolidList"/>
    <dgm:cxn modelId="{A268BA8C-9ADB-4144-9AB6-15441A89D56B}" type="presParOf" srcId="{B641A069-180B-4BE8-9EA7-F739B7779F0F}" destId="{044FB758-DC02-4CC2-A447-BC8AF85F1A2F}" srcOrd="3" destOrd="0" presId="urn:microsoft.com/office/officeart/2018/2/layout/IconVerticalSolidList"/>
    <dgm:cxn modelId="{2E545A55-D08A-48FC-AE5F-7C46D3CD68C7}" type="presParOf" srcId="{337FC478-BCF3-4B12-B542-D92F0720ECEC}" destId="{BE54D564-6A6D-4D74-822B-4F733F521802}" srcOrd="1" destOrd="0" presId="urn:microsoft.com/office/officeart/2018/2/layout/IconVerticalSolidList"/>
    <dgm:cxn modelId="{80BEF467-BDF2-41B7-8ADE-E44614B6FE13}" type="presParOf" srcId="{337FC478-BCF3-4B12-B542-D92F0720ECEC}" destId="{2B89356E-7928-4124-9EFE-CB5117F6F14F}" srcOrd="2" destOrd="0" presId="urn:microsoft.com/office/officeart/2018/2/layout/IconVerticalSolidList"/>
    <dgm:cxn modelId="{A2E421E7-4DCB-43EF-8543-4D79234F1910}" type="presParOf" srcId="{2B89356E-7928-4124-9EFE-CB5117F6F14F}" destId="{8F352141-A1D7-477E-A480-6CEEE75DCE0C}" srcOrd="0" destOrd="0" presId="urn:microsoft.com/office/officeart/2018/2/layout/IconVerticalSolidList"/>
    <dgm:cxn modelId="{CFB7E4DA-633E-4537-A496-FDB3BF98E3F4}" type="presParOf" srcId="{2B89356E-7928-4124-9EFE-CB5117F6F14F}" destId="{483C04C3-3E44-407D-92C1-5B6B533A1204}" srcOrd="1" destOrd="0" presId="urn:microsoft.com/office/officeart/2018/2/layout/IconVerticalSolidList"/>
    <dgm:cxn modelId="{8367F7DB-3971-46D5-8CD9-B26D4F9F19DA}" type="presParOf" srcId="{2B89356E-7928-4124-9EFE-CB5117F6F14F}" destId="{BA80491B-742C-4245-9C80-C7339CE5BF5E}" srcOrd="2" destOrd="0" presId="urn:microsoft.com/office/officeart/2018/2/layout/IconVerticalSolidList"/>
    <dgm:cxn modelId="{C6E59866-BDF9-460C-B2B1-35A7C504D0AE}" type="presParOf" srcId="{2B89356E-7928-4124-9EFE-CB5117F6F14F}" destId="{278BC1B5-CBED-4C0D-9B37-BB751528F0D2}" srcOrd="3" destOrd="0" presId="urn:microsoft.com/office/officeart/2018/2/layout/IconVerticalSolidList"/>
    <dgm:cxn modelId="{38A98758-E436-4579-B1A8-14585BAD5E31}" type="presParOf" srcId="{2B89356E-7928-4124-9EFE-CB5117F6F14F}" destId="{0DEFDA97-21E3-46D3-9E50-0C916CC2E73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E20046-34F2-4400-A8BB-9D5E6EEE191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FB8A8F-84B2-49A4-8DCB-F9C278DA5B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Purpose:</a:t>
          </a:r>
          <a:br>
            <a:rPr lang="en-US"/>
          </a:br>
          <a:r>
            <a:rPr lang="en-US"/>
            <a:t>Acts as a local HTTP POST server that filters incoming data.</a:t>
          </a:r>
        </a:p>
      </dgm:t>
    </dgm:pt>
    <dgm:pt modelId="{9D2AC9C7-F722-48B8-AF1E-D2A3D999618E}" type="parTrans" cxnId="{4929832D-60EA-4AA8-A847-2251F25DBEA2}">
      <dgm:prSet/>
      <dgm:spPr/>
      <dgm:t>
        <a:bodyPr/>
        <a:lstStyle/>
        <a:p>
          <a:endParaRPr lang="en-US"/>
        </a:p>
      </dgm:t>
    </dgm:pt>
    <dgm:pt modelId="{7BD9A42F-8016-4792-A363-8589A6129634}" type="sibTrans" cxnId="{4929832D-60EA-4AA8-A847-2251F25DBEA2}">
      <dgm:prSet/>
      <dgm:spPr/>
      <dgm:t>
        <a:bodyPr/>
        <a:lstStyle/>
        <a:p>
          <a:endParaRPr lang="en-US"/>
        </a:p>
      </dgm:t>
    </dgm:pt>
    <dgm:pt modelId="{F64DE46A-E034-4866-BC5A-35C221581C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Actions:</a:t>
          </a:r>
          <a:endParaRPr lang="en-US"/>
        </a:p>
      </dgm:t>
    </dgm:pt>
    <dgm:pt modelId="{A88DCD9A-3285-4473-AD3A-C207072EA107}" type="parTrans" cxnId="{413E679D-7648-4A77-B45A-6E4D818DA549}">
      <dgm:prSet/>
      <dgm:spPr/>
      <dgm:t>
        <a:bodyPr/>
        <a:lstStyle/>
        <a:p>
          <a:endParaRPr lang="en-US"/>
        </a:p>
      </dgm:t>
    </dgm:pt>
    <dgm:pt modelId="{EA1A5657-4D25-4174-9FE5-09881DE3CC05}" type="sibTrans" cxnId="{413E679D-7648-4A77-B45A-6E4D818DA549}">
      <dgm:prSet/>
      <dgm:spPr/>
      <dgm:t>
        <a:bodyPr/>
        <a:lstStyle/>
        <a:p>
          <a:endParaRPr lang="en-US"/>
        </a:p>
      </dgm:t>
    </dgm:pt>
    <dgm:pt modelId="{5A14463D-84C8-4CBE-8F81-0C27EA2D9A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Receives POST request from client.</a:t>
          </a:r>
        </a:p>
      </dgm:t>
    </dgm:pt>
    <dgm:pt modelId="{A3CA9242-6DE8-472B-9BE1-70838D92FBB2}" type="parTrans" cxnId="{2B4D1694-36C2-4213-BA61-A7C37CD6C8E7}">
      <dgm:prSet/>
      <dgm:spPr/>
      <dgm:t>
        <a:bodyPr/>
        <a:lstStyle/>
        <a:p>
          <a:endParaRPr lang="en-US"/>
        </a:p>
      </dgm:t>
    </dgm:pt>
    <dgm:pt modelId="{62308C82-4332-40A3-8BF4-F0DBB74F90C7}" type="sibTrans" cxnId="{2B4D1694-36C2-4213-BA61-A7C37CD6C8E7}">
      <dgm:prSet/>
      <dgm:spPr/>
      <dgm:t>
        <a:bodyPr/>
        <a:lstStyle/>
        <a:p>
          <a:endParaRPr lang="en-US"/>
        </a:p>
      </dgm:t>
    </dgm:pt>
    <dgm:pt modelId="{30866094-A750-4CB9-9006-39AFA5921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Runs DLP analysis.</a:t>
          </a:r>
        </a:p>
      </dgm:t>
    </dgm:pt>
    <dgm:pt modelId="{C6A05552-83B2-4CAE-AE2F-F6F1BE008B3E}" type="parTrans" cxnId="{1FB3509F-AC99-4B86-A596-4BFEBB7B0464}">
      <dgm:prSet/>
      <dgm:spPr/>
      <dgm:t>
        <a:bodyPr/>
        <a:lstStyle/>
        <a:p>
          <a:endParaRPr lang="en-US"/>
        </a:p>
      </dgm:t>
    </dgm:pt>
    <dgm:pt modelId="{6752A0E8-BCB4-4907-BE6B-7899FB5AF2BB}" type="sibTrans" cxnId="{1FB3509F-AC99-4B86-A596-4BFEBB7B0464}">
      <dgm:prSet/>
      <dgm:spPr/>
      <dgm:t>
        <a:bodyPr/>
        <a:lstStyle/>
        <a:p>
          <a:endParaRPr lang="en-US"/>
        </a:p>
      </dgm:t>
    </dgm:pt>
    <dgm:pt modelId="{76BFB9B4-7F76-40FF-A67E-9D1869CFCC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Prints “BLOCKED” or “ALLOWED”.</a:t>
          </a:r>
        </a:p>
      </dgm:t>
    </dgm:pt>
    <dgm:pt modelId="{C4261970-696D-426C-9DAE-B7C7A3D40518}" type="parTrans" cxnId="{5BB11939-8860-477E-913F-07F63D300EEE}">
      <dgm:prSet/>
      <dgm:spPr/>
      <dgm:t>
        <a:bodyPr/>
        <a:lstStyle/>
        <a:p>
          <a:endParaRPr lang="en-US"/>
        </a:p>
      </dgm:t>
    </dgm:pt>
    <dgm:pt modelId="{907904B6-8973-4334-9587-B06E76C95263}" type="sibTrans" cxnId="{5BB11939-8860-477E-913F-07F63D300EEE}">
      <dgm:prSet/>
      <dgm:spPr/>
      <dgm:t>
        <a:bodyPr/>
        <a:lstStyle/>
        <a:p>
          <a:endParaRPr lang="en-US"/>
        </a:p>
      </dgm:t>
    </dgm:pt>
    <dgm:pt modelId="{C3F99EF5-2E98-43B9-B3A3-55A5758505A8}" type="pres">
      <dgm:prSet presAssocID="{7CE20046-34F2-4400-A8BB-9D5E6EEE1918}" presName="root" presStyleCnt="0">
        <dgm:presLayoutVars>
          <dgm:dir/>
          <dgm:resizeHandles val="exact"/>
        </dgm:presLayoutVars>
      </dgm:prSet>
      <dgm:spPr/>
    </dgm:pt>
    <dgm:pt modelId="{7244CBF7-1900-4F31-8B5E-051F49B160CC}" type="pres">
      <dgm:prSet presAssocID="{D8FB8A8F-84B2-49A4-8DCB-F9C278DA5B32}" presName="compNode" presStyleCnt="0"/>
      <dgm:spPr/>
    </dgm:pt>
    <dgm:pt modelId="{C615716A-931A-4125-B2A6-B7F4D652AE15}" type="pres">
      <dgm:prSet presAssocID="{D8FB8A8F-84B2-49A4-8DCB-F9C278DA5B32}" presName="bgRect" presStyleLbl="bgShp" presStyleIdx="0" presStyleCnt="2"/>
      <dgm:spPr/>
    </dgm:pt>
    <dgm:pt modelId="{D06FC6DA-05D2-41BC-800B-DADD446C2E2F}" type="pres">
      <dgm:prSet presAssocID="{D8FB8A8F-84B2-49A4-8DCB-F9C278DA5B3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805C9D2-B9C6-4626-A966-486BB6A0BCC7}" type="pres">
      <dgm:prSet presAssocID="{D8FB8A8F-84B2-49A4-8DCB-F9C278DA5B32}" presName="spaceRect" presStyleCnt="0"/>
      <dgm:spPr/>
    </dgm:pt>
    <dgm:pt modelId="{7A426246-677C-4C3A-A3C9-C2C6C9F7D516}" type="pres">
      <dgm:prSet presAssocID="{D8FB8A8F-84B2-49A4-8DCB-F9C278DA5B32}" presName="parTx" presStyleLbl="revTx" presStyleIdx="0" presStyleCnt="3">
        <dgm:presLayoutVars>
          <dgm:chMax val="0"/>
          <dgm:chPref val="0"/>
        </dgm:presLayoutVars>
      </dgm:prSet>
      <dgm:spPr/>
    </dgm:pt>
    <dgm:pt modelId="{8C3CE64E-A559-48A7-9518-3AEB855F7B07}" type="pres">
      <dgm:prSet presAssocID="{7BD9A42F-8016-4792-A363-8589A6129634}" presName="sibTrans" presStyleCnt="0"/>
      <dgm:spPr/>
    </dgm:pt>
    <dgm:pt modelId="{CC428508-2326-48CF-B9DC-87E27B4BA747}" type="pres">
      <dgm:prSet presAssocID="{F64DE46A-E034-4866-BC5A-35C221581C79}" presName="compNode" presStyleCnt="0"/>
      <dgm:spPr/>
    </dgm:pt>
    <dgm:pt modelId="{E604148F-D3AF-43C1-905B-3A77BEF12891}" type="pres">
      <dgm:prSet presAssocID="{F64DE46A-E034-4866-BC5A-35C221581C79}" presName="bgRect" presStyleLbl="bgShp" presStyleIdx="1" presStyleCnt="2"/>
      <dgm:spPr/>
    </dgm:pt>
    <dgm:pt modelId="{6DE9DF39-B727-455C-A645-9BD7894E28BE}" type="pres">
      <dgm:prSet presAssocID="{F64DE46A-E034-4866-BC5A-35C221581C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D93BEAD-9856-4AC6-9BF8-06219F8428F4}" type="pres">
      <dgm:prSet presAssocID="{F64DE46A-E034-4866-BC5A-35C221581C79}" presName="spaceRect" presStyleCnt="0"/>
      <dgm:spPr/>
    </dgm:pt>
    <dgm:pt modelId="{09AC6174-05AE-468B-A0BC-6D3ACDA2C6F3}" type="pres">
      <dgm:prSet presAssocID="{F64DE46A-E034-4866-BC5A-35C221581C79}" presName="parTx" presStyleLbl="revTx" presStyleIdx="1" presStyleCnt="3">
        <dgm:presLayoutVars>
          <dgm:chMax val="0"/>
          <dgm:chPref val="0"/>
        </dgm:presLayoutVars>
      </dgm:prSet>
      <dgm:spPr/>
    </dgm:pt>
    <dgm:pt modelId="{A78A3455-948A-4E88-A169-84BB7A04B927}" type="pres">
      <dgm:prSet presAssocID="{F64DE46A-E034-4866-BC5A-35C221581C79}" presName="desTx" presStyleLbl="revTx" presStyleIdx="2" presStyleCnt="3">
        <dgm:presLayoutVars/>
      </dgm:prSet>
      <dgm:spPr/>
    </dgm:pt>
  </dgm:ptLst>
  <dgm:cxnLst>
    <dgm:cxn modelId="{113DB41C-24AD-4632-A7D5-1C783E319821}" type="presOf" srcId="{D8FB8A8F-84B2-49A4-8DCB-F9C278DA5B32}" destId="{7A426246-677C-4C3A-A3C9-C2C6C9F7D516}" srcOrd="0" destOrd="0" presId="urn:microsoft.com/office/officeart/2018/2/layout/IconVerticalSolidList"/>
    <dgm:cxn modelId="{4929832D-60EA-4AA8-A847-2251F25DBEA2}" srcId="{7CE20046-34F2-4400-A8BB-9D5E6EEE1918}" destId="{D8FB8A8F-84B2-49A4-8DCB-F9C278DA5B32}" srcOrd="0" destOrd="0" parTransId="{9D2AC9C7-F722-48B8-AF1E-D2A3D999618E}" sibTransId="{7BD9A42F-8016-4792-A363-8589A6129634}"/>
    <dgm:cxn modelId="{5BB11939-8860-477E-913F-07F63D300EEE}" srcId="{F64DE46A-E034-4866-BC5A-35C221581C79}" destId="{76BFB9B4-7F76-40FF-A67E-9D1869CFCC3C}" srcOrd="2" destOrd="0" parTransId="{C4261970-696D-426C-9DAE-B7C7A3D40518}" sibTransId="{907904B6-8973-4334-9587-B06E76C95263}"/>
    <dgm:cxn modelId="{B76EC786-E939-45A1-8083-C426EBADDD7D}" type="presOf" srcId="{76BFB9B4-7F76-40FF-A67E-9D1869CFCC3C}" destId="{A78A3455-948A-4E88-A169-84BB7A04B927}" srcOrd="0" destOrd="2" presId="urn:microsoft.com/office/officeart/2018/2/layout/IconVerticalSolidList"/>
    <dgm:cxn modelId="{2B4D1694-36C2-4213-BA61-A7C37CD6C8E7}" srcId="{F64DE46A-E034-4866-BC5A-35C221581C79}" destId="{5A14463D-84C8-4CBE-8F81-0C27EA2D9ADC}" srcOrd="0" destOrd="0" parTransId="{A3CA9242-6DE8-472B-9BE1-70838D92FBB2}" sibTransId="{62308C82-4332-40A3-8BF4-F0DBB74F90C7}"/>
    <dgm:cxn modelId="{413E679D-7648-4A77-B45A-6E4D818DA549}" srcId="{7CE20046-34F2-4400-A8BB-9D5E6EEE1918}" destId="{F64DE46A-E034-4866-BC5A-35C221581C79}" srcOrd="1" destOrd="0" parTransId="{A88DCD9A-3285-4473-AD3A-C207072EA107}" sibTransId="{EA1A5657-4D25-4174-9FE5-09881DE3CC05}"/>
    <dgm:cxn modelId="{1FB3509F-AC99-4B86-A596-4BFEBB7B0464}" srcId="{F64DE46A-E034-4866-BC5A-35C221581C79}" destId="{30866094-A750-4CB9-9006-39AFA5921181}" srcOrd="1" destOrd="0" parTransId="{C6A05552-83B2-4CAE-AE2F-F6F1BE008B3E}" sibTransId="{6752A0E8-BCB4-4907-BE6B-7899FB5AF2BB}"/>
    <dgm:cxn modelId="{C546F3A5-81A1-435B-9B69-1E635A365A76}" type="presOf" srcId="{5A14463D-84C8-4CBE-8F81-0C27EA2D9ADC}" destId="{A78A3455-948A-4E88-A169-84BB7A04B927}" srcOrd="0" destOrd="0" presId="urn:microsoft.com/office/officeart/2018/2/layout/IconVerticalSolidList"/>
    <dgm:cxn modelId="{481A76AD-345A-4764-A939-D44B74D621E5}" type="presOf" srcId="{7CE20046-34F2-4400-A8BB-9D5E6EEE1918}" destId="{C3F99EF5-2E98-43B9-B3A3-55A5758505A8}" srcOrd="0" destOrd="0" presId="urn:microsoft.com/office/officeart/2018/2/layout/IconVerticalSolidList"/>
    <dgm:cxn modelId="{082089E8-C88F-4C8D-9520-7EE196717D9A}" type="presOf" srcId="{30866094-A750-4CB9-9006-39AFA5921181}" destId="{A78A3455-948A-4E88-A169-84BB7A04B927}" srcOrd="0" destOrd="1" presId="urn:microsoft.com/office/officeart/2018/2/layout/IconVerticalSolidList"/>
    <dgm:cxn modelId="{20956AFA-775B-46EC-BCF8-A9851D1CD63E}" type="presOf" srcId="{F64DE46A-E034-4866-BC5A-35C221581C79}" destId="{09AC6174-05AE-468B-A0BC-6D3ACDA2C6F3}" srcOrd="0" destOrd="0" presId="urn:microsoft.com/office/officeart/2018/2/layout/IconVerticalSolidList"/>
    <dgm:cxn modelId="{B6349E4D-CAB0-416D-9FE8-75ED95C7D4CF}" type="presParOf" srcId="{C3F99EF5-2E98-43B9-B3A3-55A5758505A8}" destId="{7244CBF7-1900-4F31-8B5E-051F49B160CC}" srcOrd="0" destOrd="0" presId="urn:microsoft.com/office/officeart/2018/2/layout/IconVerticalSolidList"/>
    <dgm:cxn modelId="{75AF88A7-C2C8-4853-BEFD-A617684096C5}" type="presParOf" srcId="{7244CBF7-1900-4F31-8B5E-051F49B160CC}" destId="{C615716A-931A-4125-B2A6-B7F4D652AE15}" srcOrd="0" destOrd="0" presId="urn:microsoft.com/office/officeart/2018/2/layout/IconVerticalSolidList"/>
    <dgm:cxn modelId="{E8683990-D928-473F-8D7E-180982E8789A}" type="presParOf" srcId="{7244CBF7-1900-4F31-8B5E-051F49B160CC}" destId="{D06FC6DA-05D2-41BC-800B-DADD446C2E2F}" srcOrd="1" destOrd="0" presId="urn:microsoft.com/office/officeart/2018/2/layout/IconVerticalSolidList"/>
    <dgm:cxn modelId="{104C4CB1-387A-4737-BABC-93F24F77BABB}" type="presParOf" srcId="{7244CBF7-1900-4F31-8B5E-051F49B160CC}" destId="{1805C9D2-B9C6-4626-A966-486BB6A0BCC7}" srcOrd="2" destOrd="0" presId="urn:microsoft.com/office/officeart/2018/2/layout/IconVerticalSolidList"/>
    <dgm:cxn modelId="{CE0A0444-99EC-4717-8D72-4B1EAE249C7F}" type="presParOf" srcId="{7244CBF7-1900-4F31-8B5E-051F49B160CC}" destId="{7A426246-677C-4C3A-A3C9-C2C6C9F7D516}" srcOrd="3" destOrd="0" presId="urn:microsoft.com/office/officeart/2018/2/layout/IconVerticalSolidList"/>
    <dgm:cxn modelId="{039B74F9-7156-4791-9445-65EF0714463D}" type="presParOf" srcId="{C3F99EF5-2E98-43B9-B3A3-55A5758505A8}" destId="{8C3CE64E-A559-48A7-9518-3AEB855F7B07}" srcOrd="1" destOrd="0" presId="urn:microsoft.com/office/officeart/2018/2/layout/IconVerticalSolidList"/>
    <dgm:cxn modelId="{A691844B-0C63-410D-8301-EE641D540F9E}" type="presParOf" srcId="{C3F99EF5-2E98-43B9-B3A3-55A5758505A8}" destId="{CC428508-2326-48CF-B9DC-87E27B4BA747}" srcOrd="2" destOrd="0" presId="urn:microsoft.com/office/officeart/2018/2/layout/IconVerticalSolidList"/>
    <dgm:cxn modelId="{11D617E6-9B7A-4469-A6B7-C381E542D0CA}" type="presParOf" srcId="{CC428508-2326-48CF-B9DC-87E27B4BA747}" destId="{E604148F-D3AF-43C1-905B-3A77BEF12891}" srcOrd="0" destOrd="0" presId="urn:microsoft.com/office/officeart/2018/2/layout/IconVerticalSolidList"/>
    <dgm:cxn modelId="{2DF8183D-F711-4852-8178-FA48855025BF}" type="presParOf" srcId="{CC428508-2326-48CF-B9DC-87E27B4BA747}" destId="{6DE9DF39-B727-455C-A645-9BD7894E28BE}" srcOrd="1" destOrd="0" presId="urn:microsoft.com/office/officeart/2018/2/layout/IconVerticalSolidList"/>
    <dgm:cxn modelId="{45226D7D-5B58-4C8D-A63E-0D65FCD37130}" type="presParOf" srcId="{CC428508-2326-48CF-B9DC-87E27B4BA747}" destId="{CD93BEAD-9856-4AC6-9BF8-06219F8428F4}" srcOrd="2" destOrd="0" presId="urn:microsoft.com/office/officeart/2018/2/layout/IconVerticalSolidList"/>
    <dgm:cxn modelId="{275544CF-BF18-40AE-97AC-21426ED35364}" type="presParOf" srcId="{CC428508-2326-48CF-B9DC-87E27B4BA747}" destId="{09AC6174-05AE-468B-A0BC-6D3ACDA2C6F3}" srcOrd="3" destOrd="0" presId="urn:microsoft.com/office/officeart/2018/2/layout/IconVerticalSolidList"/>
    <dgm:cxn modelId="{9F37F1E9-7B93-4AB1-A4A5-36FF3BB3B563}" type="presParOf" srcId="{CC428508-2326-48CF-B9DC-87E27B4BA747}" destId="{A78A3455-948A-4E88-A169-84BB7A04B92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C111F6-1A38-41D5-B0F7-5E76912B605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1B7989-D525-4E7E-A753-C5F9B8F487A1}">
      <dgm:prSet/>
      <dgm:spPr/>
      <dgm:t>
        <a:bodyPr/>
        <a:lstStyle/>
        <a:p>
          <a:r>
            <a:rPr lang="en-IN" b="1"/>
            <a:t>Purpose:</a:t>
          </a:r>
          <a:br>
            <a:rPr lang="en-IN"/>
          </a:br>
          <a:r>
            <a:rPr lang="en-IN"/>
            <a:t>Provides helper functions for masking and validation.</a:t>
          </a:r>
          <a:endParaRPr lang="en-US"/>
        </a:p>
      </dgm:t>
    </dgm:pt>
    <dgm:pt modelId="{5AE34993-30A0-4FBC-B7A8-2084CE8A0000}" type="parTrans" cxnId="{5C3371CA-64CF-4CF4-A159-8546A6508914}">
      <dgm:prSet/>
      <dgm:spPr/>
      <dgm:t>
        <a:bodyPr/>
        <a:lstStyle/>
        <a:p>
          <a:endParaRPr lang="en-US"/>
        </a:p>
      </dgm:t>
    </dgm:pt>
    <dgm:pt modelId="{130C5545-EAA1-45DC-B833-9DB7AE45BE14}" type="sibTrans" cxnId="{5C3371CA-64CF-4CF4-A159-8546A6508914}">
      <dgm:prSet/>
      <dgm:spPr/>
      <dgm:t>
        <a:bodyPr/>
        <a:lstStyle/>
        <a:p>
          <a:endParaRPr lang="en-US"/>
        </a:p>
      </dgm:t>
    </dgm:pt>
    <dgm:pt modelId="{7273DB61-88D7-4FFD-BA3F-BC7196975038}">
      <dgm:prSet/>
      <dgm:spPr/>
      <dgm:t>
        <a:bodyPr/>
        <a:lstStyle/>
        <a:p>
          <a:r>
            <a:rPr lang="en-IN" b="1"/>
            <a:t>Functions:</a:t>
          </a:r>
          <a:endParaRPr lang="en-US"/>
        </a:p>
      </dgm:t>
    </dgm:pt>
    <dgm:pt modelId="{1697126E-FA59-4115-ADFC-F27AC6D14C2F}" type="parTrans" cxnId="{9E4C1120-9D00-407C-9CA6-5EFAABFE271E}">
      <dgm:prSet/>
      <dgm:spPr/>
      <dgm:t>
        <a:bodyPr/>
        <a:lstStyle/>
        <a:p>
          <a:endParaRPr lang="en-US"/>
        </a:p>
      </dgm:t>
    </dgm:pt>
    <dgm:pt modelId="{3BACB7CC-0366-4CF0-A71B-C90F23075801}" type="sibTrans" cxnId="{9E4C1120-9D00-407C-9CA6-5EFAABFE271E}">
      <dgm:prSet/>
      <dgm:spPr/>
      <dgm:t>
        <a:bodyPr/>
        <a:lstStyle/>
        <a:p>
          <a:endParaRPr lang="en-US"/>
        </a:p>
      </dgm:t>
    </dgm:pt>
    <dgm:pt modelId="{AD201136-5331-45A5-9E15-C2127D7A17EE}">
      <dgm:prSet/>
      <dgm:spPr/>
      <dgm:t>
        <a:bodyPr/>
        <a:lstStyle/>
        <a:p>
          <a:r>
            <a:rPr lang="en-IN"/>
            <a:t>luhn_checksum_is_valid() → Validates credit card numbers.</a:t>
          </a:r>
          <a:endParaRPr lang="en-US"/>
        </a:p>
      </dgm:t>
    </dgm:pt>
    <dgm:pt modelId="{EBD6FF82-8E8C-434D-8675-42FB053B3235}" type="parTrans" cxnId="{42EC9D9F-3FB6-4B26-BF61-DA1CAB39E995}">
      <dgm:prSet/>
      <dgm:spPr/>
      <dgm:t>
        <a:bodyPr/>
        <a:lstStyle/>
        <a:p>
          <a:endParaRPr lang="en-US"/>
        </a:p>
      </dgm:t>
    </dgm:pt>
    <dgm:pt modelId="{94917693-22D9-47D9-8260-8CA7B8430521}" type="sibTrans" cxnId="{42EC9D9F-3FB6-4B26-BF61-DA1CAB39E995}">
      <dgm:prSet/>
      <dgm:spPr/>
      <dgm:t>
        <a:bodyPr/>
        <a:lstStyle/>
        <a:p>
          <a:endParaRPr lang="en-US"/>
        </a:p>
      </dgm:t>
    </dgm:pt>
    <dgm:pt modelId="{2FD15F71-4AF6-431D-83BC-7C0A2469BF30}">
      <dgm:prSet/>
      <dgm:spPr/>
      <dgm:t>
        <a:bodyPr/>
        <a:lstStyle/>
        <a:p>
          <a:r>
            <a:rPr lang="en-IN"/>
            <a:t>partial_mask(data) → Masks all but last 4 characters.</a:t>
          </a:r>
          <a:endParaRPr lang="en-US"/>
        </a:p>
      </dgm:t>
    </dgm:pt>
    <dgm:pt modelId="{5621A790-45F9-4BA2-9A81-AA2E12A62719}" type="parTrans" cxnId="{6282AA67-EB40-4D68-AA1E-5FFD4E76169D}">
      <dgm:prSet/>
      <dgm:spPr/>
      <dgm:t>
        <a:bodyPr/>
        <a:lstStyle/>
        <a:p>
          <a:endParaRPr lang="en-US"/>
        </a:p>
      </dgm:t>
    </dgm:pt>
    <dgm:pt modelId="{B7946B20-C112-47C0-A1B9-C80D59904BB6}" type="sibTrans" cxnId="{6282AA67-EB40-4D68-AA1E-5FFD4E76169D}">
      <dgm:prSet/>
      <dgm:spPr/>
      <dgm:t>
        <a:bodyPr/>
        <a:lstStyle/>
        <a:p>
          <a:endParaRPr lang="en-US"/>
        </a:p>
      </dgm:t>
    </dgm:pt>
    <dgm:pt modelId="{C9F587AD-61A8-45E7-A59F-98A297DE27DE}">
      <dgm:prSet/>
      <dgm:spPr/>
      <dgm:t>
        <a:bodyPr/>
        <a:lstStyle/>
        <a:p>
          <a:r>
            <a:rPr lang="en-IN"/>
            <a:t>mask_sensitive_data(text) → Fully masks sensitive text</a:t>
          </a:r>
          <a:endParaRPr lang="en-US"/>
        </a:p>
      </dgm:t>
    </dgm:pt>
    <dgm:pt modelId="{555B9613-FF07-42B7-B28F-1165553C66BD}" type="parTrans" cxnId="{16EDE33F-7E66-49DB-B51A-B11F4D2AFF3B}">
      <dgm:prSet/>
      <dgm:spPr/>
      <dgm:t>
        <a:bodyPr/>
        <a:lstStyle/>
        <a:p>
          <a:endParaRPr lang="en-US"/>
        </a:p>
      </dgm:t>
    </dgm:pt>
    <dgm:pt modelId="{AD5FFBD3-09F4-4EA3-A2BA-2AE6DF56CECA}" type="sibTrans" cxnId="{16EDE33F-7E66-49DB-B51A-B11F4D2AFF3B}">
      <dgm:prSet/>
      <dgm:spPr/>
      <dgm:t>
        <a:bodyPr/>
        <a:lstStyle/>
        <a:p>
          <a:endParaRPr lang="en-US"/>
        </a:p>
      </dgm:t>
    </dgm:pt>
    <dgm:pt modelId="{23B8D3A8-C932-4C13-974A-38ECFC50F3C3}" type="pres">
      <dgm:prSet presAssocID="{7BC111F6-1A38-41D5-B0F7-5E76912B605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9D44716-1F3C-433E-B385-C441DA194AB4}" type="pres">
      <dgm:prSet presAssocID="{031B7989-D525-4E7E-A753-C5F9B8F487A1}" presName="root1" presStyleCnt="0"/>
      <dgm:spPr/>
    </dgm:pt>
    <dgm:pt modelId="{06CA67AA-651A-4202-8E07-2357028CA1C8}" type="pres">
      <dgm:prSet presAssocID="{031B7989-D525-4E7E-A753-C5F9B8F487A1}" presName="LevelOneTextNode" presStyleLbl="node0" presStyleIdx="0" presStyleCnt="2">
        <dgm:presLayoutVars>
          <dgm:chPref val="3"/>
        </dgm:presLayoutVars>
      </dgm:prSet>
      <dgm:spPr/>
    </dgm:pt>
    <dgm:pt modelId="{806F3E79-3383-44E5-B69C-581820D0F374}" type="pres">
      <dgm:prSet presAssocID="{031B7989-D525-4E7E-A753-C5F9B8F487A1}" presName="level2hierChild" presStyleCnt="0"/>
      <dgm:spPr/>
    </dgm:pt>
    <dgm:pt modelId="{79AB8D5C-F83D-437E-B506-F1226096BDBF}" type="pres">
      <dgm:prSet presAssocID="{7273DB61-88D7-4FFD-BA3F-BC7196975038}" presName="root1" presStyleCnt="0"/>
      <dgm:spPr/>
    </dgm:pt>
    <dgm:pt modelId="{A8C04DBA-9E06-41FB-91DA-6DFF38FF2D3D}" type="pres">
      <dgm:prSet presAssocID="{7273DB61-88D7-4FFD-BA3F-BC7196975038}" presName="LevelOneTextNode" presStyleLbl="node0" presStyleIdx="1" presStyleCnt="2">
        <dgm:presLayoutVars>
          <dgm:chPref val="3"/>
        </dgm:presLayoutVars>
      </dgm:prSet>
      <dgm:spPr/>
    </dgm:pt>
    <dgm:pt modelId="{A36FD611-6F11-4F51-8403-3267AB99CB0E}" type="pres">
      <dgm:prSet presAssocID="{7273DB61-88D7-4FFD-BA3F-BC7196975038}" presName="level2hierChild" presStyleCnt="0"/>
      <dgm:spPr/>
    </dgm:pt>
    <dgm:pt modelId="{BA8CD74E-86C1-4A62-871A-B5D21340EF20}" type="pres">
      <dgm:prSet presAssocID="{EBD6FF82-8E8C-434D-8675-42FB053B3235}" presName="conn2-1" presStyleLbl="parChTrans1D2" presStyleIdx="0" presStyleCnt="3"/>
      <dgm:spPr/>
    </dgm:pt>
    <dgm:pt modelId="{45C2E4A4-E153-468B-BF86-220A02837E8A}" type="pres">
      <dgm:prSet presAssocID="{EBD6FF82-8E8C-434D-8675-42FB053B3235}" presName="connTx" presStyleLbl="parChTrans1D2" presStyleIdx="0" presStyleCnt="3"/>
      <dgm:spPr/>
    </dgm:pt>
    <dgm:pt modelId="{4868B9F2-2AB4-4DB7-8C4A-DD0E01A8D941}" type="pres">
      <dgm:prSet presAssocID="{AD201136-5331-45A5-9E15-C2127D7A17EE}" presName="root2" presStyleCnt="0"/>
      <dgm:spPr/>
    </dgm:pt>
    <dgm:pt modelId="{AA0ECE6D-E695-40A1-BFEE-75B61ECC5900}" type="pres">
      <dgm:prSet presAssocID="{AD201136-5331-45A5-9E15-C2127D7A17EE}" presName="LevelTwoTextNode" presStyleLbl="node2" presStyleIdx="0" presStyleCnt="3">
        <dgm:presLayoutVars>
          <dgm:chPref val="3"/>
        </dgm:presLayoutVars>
      </dgm:prSet>
      <dgm:spPr/>
    </dgm:pt>
    <dgm:pt modelId="{1249E818-6D25-4321-984D-E4D7772D4D77}" type="pres">
      <dgm:prSet presAssocID="{AD201136-5331-45A5-9E15-C2127D7A17EE}" presName="level3hierChild" presStyleCnt="0"/>
      <dgm:spPr/>
    </dgm:pt>
    <dgm:pt modelId="{4C182FA9-2E8C-443F-BFE9-262B70AD67FA}" type="pres">
      <dgm:prSet presAssocID="{5621A790-45F9-4BA2-9A81-AA2E12A62719}" presName="conn2-1" presStyleLbl="parChTrans1D2" presStyleIdx="1" presStyleCnt="3"/>
      <dgm:spPr/>
    </dgm:pt>
    <dgm:pt modelId="{9A3E0516-2E15-4160-910A-D7B70BD0BFE1}" type="pres">
      <dgm:prSet presAssocID="{5621A790-45F9-4BA2-9A81-AA2E12A62719}" presName="connTx" presStyleLbl="parChTrans1D2" presStyleIdx="1" presStyleCnt="3"/>
      <dgm:spPr/>
    </dgm:pt>
    <dgm:pt modelId="{15BF030E-9FB0-4651-AA15-2091D58B2D68}" type="pres">
      <dgm:prSet presAssocID="{2FD15F71-4AF6-431D-83BC-7C0A2469BF30}" presName="root2" presStyleCnt="0"/>
      <dgm:spPr/>
    </dgm:pt>
    <dgm:pt modelId="{7A20CF4F-1118-4DF5-9FE3-F8C789D2D340}" type="pres">
      <dgm:prSet presAssocID="{2FD15F71-4AF6-431D-83BC-7C0A2469BF30}" presName="LevelTwoTextNode" presStyleLbl="node2" presStyleIdx="1" presStyleCnt="3">
        <dgm:presLayoutVars>
          <dgm:chPref val="3"/>
        </dgm:presLayoutVars>
      </dgm:prSet>
      <dgm:spPr/>
    </dgm:pt>
    <dgm:pt modelId="{7AED407F-6CDF-4455-862F-B66336B29B92}" type="pres">
      <dgm:prSet presAssocID="{2FD15F71-4AF6-431D-83BC-7C0A2469BF30}" presName="level3hierChild" presStyleCnt="0"/>
      <dgm:spPr/>
    </dgm:pt>
    <dgm:pt modelId="{13CCD2EE-F991-4593-B737-6CA5261FAE43}" type="pres">
      <dgm:prSet presAssocID="{555B9613-FF07-42B7-B28F-1165553C66BD}" presName="conn2-1" presStyleLbl="parChTrans1D2" presStyleIdx="2" presStyleCnt="3"/>
      <dgm:spPr/>
    </dgm:pt>
    <dgm:pt modelId="{3A50BDC8-1F68-45D1-A390-803429BA6710}" type="pres">
      <dgm:prSet presAssocID="{555B9613-FF07-42B7-B28F-1165553C66BD}" presName="connTx" presStyleLbl="parChTrans1D2" presStyleIdx="2" presStyleCnt="3"/>
      <dgm:spPr/>
    </dgm:pt>
    <dgm:pt modelId="{4ED07ACB-4C70-45FF-8C18-752CDD829745}" type="pres">
      <dgm:prSet presAssocID="{C9F587AD-61A8-45E7-A59F-98A297DE27DE}" presName="root2" presStyleCnt="0"/>
      <dgm:spPr/>
    </dgm:pt>
    <dgm:pt modelId="{A4A29CCC-99FC-402B-A402-88037B897FDE}" type="pres">
      <dgm:prSet presAssocID="{C9F587AD-61A8-45E7-A59F-98A297DE27DE}" presName="LevelTwoTextNode" presStyleLbl="node2" presStyleIdx="2" presStyleCnt="3">
        <dgm:presLayoutVars>
          <dgm:chPref val="3"/>
        </dgm:presLayoutVars>
      </dgm:prSet>
      <dgm:spPr/>
    </dgm:pt>
    <dgm:pt modelId="{832201E2-924E-4E73-8C15-890405A3A6B5}" type="pres">
      <dgm:prSet presAssocID="{C9F587AD-61A8-45E7-A59F-98A297DE27DE}" presName="level3hierChild" presStyleCnt="0"/>
      <dgm:spPr/>
    </dgm:pt>
  </dgm:ptLst>
  <dgm:cxnLst>
    <dgm:cxn modelId="{F904F71A-8C2C-4E96-A0C7-4C09A80575E6}" type="presOf" srcId="{555B9613-FF07-42B7-B28F-1165553C66BD}" destId="{13CCD2EE-F991-4593-B737-6CA5261FAE43}" srcOrd="0" destOrd="0" presId="urn:microsoft.com/office/officeart/2005/8/layout/hierarchy2"/>
    <dgm:cxn modelId="{9E4C1120-9D00-407C-9CA6-5EFAABFE271E}" srcId="{7BC111F6-1A38-41D5-B0F7-5E76912B6057}" destId="{7273DB61-88D7-4FFD-BA3F-BC7196975038}" srcOrd="1" destOrd="0" parTransId="{1697126E-FA59-4115-ADFC-F27AC6D14C2F}" sibTransId="{3BACB7CC-0366-4CF0-A71B-C90F23075801}"/>
    <dgm:cxn modelId="{FA9B4624-858B-4D43-891A-B544602E74AB}" type="presOf" srcId="{555B9613-FF07-42B7-B28F-1165553C66BD}" destId="{3A50BDC8-1F68-45D1-A390-803429BA6710}" srcOrd="1" destOrd="0" presId="urn:microsoft.com/office/officeart/2005/8/layout/hierarchy2"/>
    <dgm:cxn modelId="{81244D38-F30D-47BF-A669-8404656BAA88}" type="presOf" srcId="{2FD15F71-4AF6-431D-83BC-7C0A2469BF30}" destId="{7A20CF4F-1118-4DF5-9FE3-F8C789D2D340}" srcOrd="0" destOrd="0" presId="urn:microsoft.com/office/officeart/2005/8/layout/hierarchy2"/>
    <dgm:cxn modelId="{A1B6D43F-42E4-4487-8FAE-2952ACDDCA36}" type="presOf" srcId="{EBD6FF82-8E8C-434D-8675-42FB053B3235}" destId="{BA8CD74E-86C1-4A62-871A-B5D21340EF20}" srcOrd="0" destOrd="0" presId="urn:microsoft.com/office/officeart/2005/8/layout/hierarchy2"/>
    <dgm:cxn modelId="{16EDE33F-7E66-49DB-B51A-B11F4D2AFF3B}" srcId="{7273DB61-88D7-4FFD-BA3F-BC7196975038}" destId="{C9F587AD-61A8-45E7-A59F-98A297DE27DE}" srcOrd="2" destOrd="0" parTransId="{555B9613-FF07-42B7-B28F-1165553C66BD}" sibTransId="{AD5FFBD3-09F4-4EA3-A2BA-2AE6DF56CECA}"/>
    <dgm:cxn modelId="{78D6505D-7489-4F44-9D60-C46E5C4D2E08}" type="presOf" srcId="{7BC111F6-1A38-41D5-B0F7-5E76912B6057}" destId="{23B8D3A8-C932-4C13-974A-38ECFC50F3C3}" srcOrd="0" destOrd="0" presId="urn:microsoft.com/office/officeart/2005/8/layout/hierarchy2"/>
    <dgm:cxn modelId="{6282AA67-EB40-4D68-AA1E-5FFD4E76169D}" srcId="{7273DB61-88D7-4FFD-BA3F-BC7196975038}" destId="{2FD15F71-4AF6-431D-83BC-7C0A2469BF30}" srcOrd="1" destOrd="0" parTransId="{5621A790-45F9-4BA2-9A81-AA2E12A62719}" sibTransId="{B7946B20-C112-47C0-A1B9-C80D59904BB6}"/>
    <dgm:cxn modelId="{54262848-4723-4EA4-BC37-9071784681E9}" type="presOf" srcId="{AD201136-5331-45A5-9E15-C2127D7A17EE}" destId="{AA0ECE6D-E695-40A1-BFEE-75B61ECC5900}" srcOrd="0" destOrd="0" presId="urn:microsoft.com/office/officeart/2005/8/layout/hierarchy2"/>
    <dgm:cxn modelId="{7E7F1B8B-5CE8-48C4-89BB-C8DAEDB4E983}" type="presOf" srcId="{031B7989-D525-4E7E-A753-C5F9B8F487A1}" destId="{06CA67AA-651A-4202-8E07-2357028CA1C8}" srcOrd="0" destOrd="0" presId="urn:microsoft.com/office/officeart/2005/8/layout/hierarchy2"/>
    <dgm:cxn modelId="{42EC9D9F-3FB6-4B26-BF61-DA1CAB39E995}" srcId="{7273DB61-88D7-4FFD-BA3F-BC7196975038}" destId="{AD201136-5331-45A5-9E15-C2127D7A17EE}" srcOrd="0" destOrd="0" parTransId="{EBD6FF82-8E8C-434D-8675-42FB053B3235}" sibTransId="{94917693-22D9-47D9-8260-8CA7B8430521}"/>
    <dgm:cxn modelId="{CB4287A5-981A-4C2B-9DBF-053A7C50AA0C}" type="presOf" srcId="{7273DB61-88D7-4FFD-BA3F-BC7196975038}" destId="{A8C04DBA-9E06-41FB-91DA-6DFF38FF2D3D}" srcOrd="0" destOrd="0" presId="urn:microsoft.com/office/officeart/2005/8/layout/hierarchy2"/>
    <dgm:cxn modelId="{3F7EB2AE-68E1-4111-BAEE-BBFCA7DD9D59}" type="presOf" srcId="{5621A790-45F9-4BA2-9A81-AA2E12A62719}" destId="{4C182FA9-2E8C-443F-BFE9-262B70AD67FA}" srcOrd="0" destOrd="0" presId="urn:microsoft.com/office/officeart/2005/8/layout/hierarchy2"/>
    <dgm:cxn modelId="{D4BC68C2-63DC-4116-A019-CB9FA32ADAA1}" type="presOf" srcId="{EBD6FF82-8E8C-434D-8675-42FB053B3235}" destId="{45C2E4A4-E153-468B-BF86-220A02837E8A}" srcOrd="1" destOrd="0" presId="urn:microsoft.com/office/officeart/2005/8/layout/hierarchy2"/>
    <dgm:cxn modelId="{5C3371CA-64CF-4CF4-A159-8546A6508914}" srcId="{7BC111F6-1A38-41D5-B0F7-5E76912B6057}" destId="{031B7989-D525-4E7E-A753-C5F9B8F487A1}" srcOrd="0" destOrd="0" parTransId="{5AE34993-30A0-4FBC-B7A8-2084CE8A0000}" sibTransId="{130C5545-EAA1-45DC-B833-9DB7AE45BE14}"/>
    <dgm:cxn modelId="{157F71D5-96C9-43A7-9B9E-81B54BFA1C0D}" type="presOf" srcId="{5621A790-45F9-4BA2-9A81-AA2E12A62719}" destId="{9A3E0516-2E15-4160-910A-D7B70BD0BFE1}" srcOrd="1" destOrd="0" presId="urn:microsoft.com/office/officeart/2005/8/layout/hierarchy2"/>
    <dgm:cxn modelId="{9C02CFDF-5DCD-4C0E-9160-10B0A5A7C706}" type="presOf" srcId="{C9F587AD-61A8-45E7-A59F-98A297DE27DE}" destId="{A4A29CCC-99FC-402B-A402-88037B897FDE}" srcOrd="0" destOrd="0" presId="urn:microsoft.com/office/officeart/2005/8/layout/hierarchy2"/>
    <dgm:cxn modelId="{973FE340-AE53-4ABC-B9F2-96F9CD6E864D}" type="presParOf" srcId="{23B8D3A8-C932-4C13-974A-38ECFC50F3C3}" destId="{39D44716-1F3C-433E-B385-C441DA194AB4}" srcOrd="0" destOrd="0" presId="urn:microsoft.com/office/officeart/2005/8/layout/hierarchy2"/>
    <dgm:cxn modelId="{632064D7-360C-4991-8403-0267E1562E1D}" type="presParOf" srcId="{39D44716-1F3C-433E-B385-C441DA194AB4}" destId="{06CA67AA-651A-4202-8E07-2357028CA1C8}" srcOrd="0" destOrd="0" presId="urn:microsoft.com/office/officeart/2005/8/layout/hierarchy2"/>
    <dgm:cxn modelId="{CF936064-7EEE-45D6-9168-0733D7B708BE}" type="presParOf" srcId="{39D44716-1F3C-433E-B385-C441DA194AB4}" destId="{806F3E79-3383-44E5-B69C-581820D0F374}" srcOrd="1" destOrd="0" presId="urn:microsoft.com/office/officeart/2005/8/layout/hierarchy2"/>
    <dgm:cxn modelId="{9816D799-3E3F-49D9-9F7A-67B0B8B523F6}" type="presParOf" srcId="{23B8D3A8-C932-4C13-974A-38ECFC50F3C3}" destId="{79AB8D5C-F83D-437E-B506-F1226096BDBF}" srcOrd="1" destOrd="0" presId="urn:microsoft.com/office/officeart/2005/8/layout/hierarchy2"/>
    <dgm:cxn modelId="{8829B295-9769-46C8-9C21-021684E2A93C}" type="presParOf" srcId="{79AB8D5C-F83D-437E-B506-F1226096BDBF}" destId="{A8C04DBA-9E06-41FB-91DA-6DFF38FF2D3D}" srcOrd="0" destOrd="0" presId="urn:microsoft.com/office/officeart/2005/8/layout/hierarchy2"/>
    <dgm:cxn modelId="{EC6D613E-81F9-461A-BAC0-7D58459AF09A}" type="presParOf" srcId="{79AB8D5C-F83D-437E-B506-F1226096BDBF}" destId="{A36FD611-6F11-4F51-8403-3267AB99CB0E}" srcOrd="1" destOrd="0" presId="urn:microsoft.com/office/officeart/2005/8/layout/hierarchy2"/>
    <dgm:cxn modelId="{359614D6-6AD0-4C5E-8576-E098F71918FA}" type="presParOf" srcId="{A36FD611-6F11-4F51-8403-3267AB99CB0E}" destId="{BA8CD74E-86C1-4A62-871A-B5D21340EF20}" srcOrd="0" destOrd="0" presId="urn:microsoft.com/office/officeart/2005/8/layout/hierarchy2"/>
    <dgm:cxn modelId="{4DDBEA9A-0EF6-44A7-A31D-40383883A364}" type="presParOf" srcId="{BA8CD74E-86C1-4A62-871A-B5D21340EF20}" destId="{45C2E4A4-E153-468B-BF86-220A02837E8A}" srcOrd="0" destOrd="0" presId="urn:microsoft.com/office/officeart/2005/8/layout/hierarchy2"/>
    <dgm:cxn modelId="{CB9339B6-6B8F-4EE4-A66A-AA4E2EBD8456}" type="presParOf" srcId="{A36FD611-6F11-4F51-8403-3267AB99CB0E}" destId="{4868B9F2-2AB4-4DB7-8C4A-DD0E01A8D941}" srcOrd="1" destOrd="0" presId="urn:microsoft.com/office/officeart/2005/8/layout/hierarchy2"/>
    <dgm:cxn modelId="{BF27E1CC-4387-4079-BE85-997353CC0BC4}" type="presParOf" srcId="{4868B9F2-2AB4-4DB7-8C4A-DD0E01A8D941}" destId="{AA0ECE6D-E695-40A1-BFEE-75B61ECC5900}" srcOrd="0" destOrd="0" presId="urn:microsoft.com/office/officeart/2005/8/layout/hierarchy2"/>
    <dgm:cxn modelId="{4F90D647-9DF5-413A-A238-DB6A47056358}" type="presParOf" srcId="{4868B9F2-2AB4-4DB7-8C4A-DD0E01A8D941}" destId="{1249E818-6D25-4321-984D-E4D7772D4D77}" srcOrd="1" destOrd="0" presId="urn:microsoft.com/office/officeart/2005/8/layout/hierarchy2"/>
    <dgm:cxn modelId="{5D4E6AC9-073C-4A06-89EB-8C41FE1E392B}" type="presParOf" srcId="{A36FD611-6F11-4F51-8403-3267AB99CB0E}" destId="{4C182FA9-2E8C-443F-BFE9-262B70AD67FA}" srcOrd="2" destOrd="0" presId="urn:microsoft.com/office/officeart/2005/8/layout/hierarchy2"/>
    <dgm:cxn modelId="{B95495FA-53F1-43F9-B83A-B6CA66171BCF}" type="presParOf" srcId="{4C182FA9-2E8C-443F-BFE9-262B70AD67FA}" destId="{9A3E0516-2E15-4160-910A-D7B70BD0BFE1}" srcOrd="0" destOrd="0" presId="urn:microsoft.com/office/officeart/2005/8/layout/hierarchy2"/>
    <dgm:cxn modelId="{791659F8-B901-4F69-9F3B-7275FD4DFE5B}" type="presParOf" srcId="{A36FD611-6F11-4F51-8403-3267AB99CB0E}" destId="{15BF030E-9FB0-4651-AA15-2091D58B2D68}" srcOrd="3" destOrd="0" presId="urn:microsoft.com/office/officeart/2005/8/layout/hierarchy2"/>
    <dgm:cxn modelId="{0C337DCB-9D8D-4C6B-82A4-62648CF2F488}" type="presParOf" srcId="{15BF030E-9FB0-4651-AA15-2091D58B2D68}" destId="{7A20CF4F-1118-4DF5-9FE3-F8C789D2D340}" srcOrd="0" destOrd="0" presId="urn:microsoft.com/office/officeart/2005/8/layout/hierarchy2"/>
    <dgm:cxn modelId="{06881FBE-D790-4A70-882F-6A259FFAE2F6}" type="presParOf" srcId="{15BF030E-9FB0-4651-AA15-2091D58B2D68}" destId="{7AED407F-6CDF-4455-862F-B66336B29B92}" srcOrd="1" destOrd="0" presId="urn:microsoft.com/office/officeart/2005/8/layout/hierarchy2"/>
    <dgm:cxn modelId="{B830B8BB-7372-418C-A24D-17A52A574C85}" type="presParOf" srcId="{A36FD611-6F11-4F51-8403-3267AB99CB0E}" destId="{13CCD2EE-F991-4593-B737-6CA5261FAE43}" srcOrd="4" destOrd="0" presId="urn:microsoft.com/office/officeart/2005/8/layout/hierarchy2"/>
    <dgm:cxn modelId="{C26F3C79-7D7C-413C-84EE-0F6218ECF6DB}" type="presParOf" srcId="{13CCD2EE-F991-4593-B737-6CA5261FAE43}" destId="{3A50BDC8-1F68-45D1-A390-803429BA6710}" srcOrd="0" destOrd="0" presId="urn:microsoft.com/office/officeart/2005/8/layout/hierarchy2"/>
    <dgm:cxn modelId="{C7B5B66C-50F7-4B58-A499-30D968EA9025}" type="presParOf" srcId="{A36FD611-6F11-4F51-8403-3267AB99CB0E}" destId="{4ED07ACB-4C70-45FF-8C18-752CDD829745}" srcOrd="5" destOrd="0" presId="urn:microsoft.com/office/officeart/2005/8/layout/hierarchy2"/>
    <dgm:cxn modelId="{E16CBE66-22BB-4AA8-91BD-9501705DF5AD}" type="presParOf" srcId="{4ED07ACB-4C70-45FF-8C18-752CDD829745}" destId="{A4A29CCC-99FC-402B-A402-88037B897FDE}" srcOrd="0" destOrd="0" presId="urn:microsoft.com/office/officeart/2005/8/layout/hierarchy2"/>
    <dgm:cxn modelId="{435C1A7D-3FBC-4E77-AFF8-552D7F8F39FA}" type="presParOf" srcId="{4ED07ACB-4C70-45FF-8C18-752CDD829745}" destId="{832201E2-924E-4E73-8C15-890405A3A6B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CE203E-1B79-46F6-9A79-B9EAB4E8231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6C014C-5B73-4924-966E-429C40EBD60C}">
      <dgm:prSet/>
      <dgm:spPr/>
      <dgm:t>
        <a:bodyPr/>
        <a:lstStyle/>
        <a:p>
          <a:r>
            <a:rPr lang="en-US" b="0" i="0" baseline="0"/>
            <a:t>Real-time data scanning and blocking.</a:t>
          </a:r>
          <a:endParaRPr lang="en-US"/>
        </a:p>
      </dgm:t>
    </dgm:pt>
    <dgm:pt modelId="{D504D9AA-259C-457D-A9A9-7399764DF71D}" type="parTrans" cxnId="{A4EB278F-5813-47ED-9AE2-259CD7D87DE4}">
      <dgm:prSet/>
      <dgm:spPr/>
      <dgm:t>
        <a:bodyPr/>
        <a:lstStyle/>
        <a:p>
          <a:endParaRPr lang="en-US"/>
        </a:p>
      </dgm:t>
    </dgm:pt>
    <dgm:pt modelId="{492D1EB2-C071-49F2-9BFE-BB45137CA4D6}" type="sibTrans" cxnId="{A4EB278F-5813-47ED-9AE2-259CD7D87DE4}">
      <dgm:prSet/>
      <dgm:spPr/>
      <dgm:t>
        <a:bodyPr/>
        <a:lstStyle/>
        <a:p>
          <a:endParaRPr lang="en-US"/>
        </a:p>
      </dgm:t>
    </dgm:pt>
    <dgm:pt modelId="{B8FBDEFC-3F1D-4A9D-93FB-C90C326D846E}">
      <dgm:prSet/>
      <dgm:spPr/>
      <dgm:t>
        <a:bodyPr/>
        <a:lstStyle/>
        <a:p>
          <a:r>
            <a:rPr lang="en-US" b="0" i="0" baseline="0"/>
            <a:t>Supports multiple sensitive data types.</a:t>
          </a:r>
          <a:endParaRPr lang="en-US"/>
        </a:p>
      </dgm:t>
    </dgm:pt>
    <dgm:pt modelId="{9FEAF979-54A2-4B58-877D-992B2AD60773}" type="parTrans" cxnId="{9B5819BB-D98F-4878-A4A0-1323DABFD3D6}">
      <dgm:prSet/>
      <dgm:spPr/>
      <dgm:t>
        <a:bodyPr/>
        <a:lstStyle/>
        <a:p>
          <a:endParaRPr lang="en-US"/>
        </a:p>
      </dgm:t>
    </dgm:pt>
    <dgm:pt modelId="{D71CE189-19D7-40A8-A2C2-E4D856AA0D9F}" type="sibTrans" cxnId="{9B5819BB-D98F-4878-A4A0-1323DABFD3D6}">
      <dgm:prSet/>
      <dgm:spPr/>
      <dgm:t>
        <a:bodyPr/>
        <a:lstStyle/>
        <a:p>
          <a:endParaRPr lang="en-US"/>
        </a:p>
      </dgm:t>
    </dgm:pt>
    <dgm:pt modelId="{DC68C056-7ADB-4229-A139-166AFF7467E4}">
      <dgm:prSet/>
      <dgm:spPr/>
      <dgm:t>
        <a:bodyPr/>
        <a:lstStyle/>
        <a:p>
          <a:r>
            <a:rPr lang="en-US" b="0" i="0" baseline="0"/>
            <a:t>Modular and easily extensible with new rules.</a:t>
          </a:r>
          <a:endParaRPr lang="en-US"/>
        </a:p>
      </dgm:t>
    </dgm:pt>
    <dgm:pt modelId="{F47CDF32-923E-4D26-A5A5-85C24B35D663}" type="parTrans" cxnId="{FF393FB1-7524-401C-9755-E0D153E5A4C9}">
      <dgm:prSet/>
      <dgm:spPr/>
      <dgm:t>
        <a:bodyPr/>
        <a:lstStyle/>
        <a:p>
          <a:endParaRPr lang="en-US"/>
        </a:p>
      </dgm:t>
    </dgm:pt>
    <dgm:pt modelId="{40934912-4C79-46CA-B150-9DD7DFBEB034}" type="sibTrans" cxnId="{FF393FB1-7524-401C-9755-E0D153E5A4C9}">
      <dgm:prSet/>
      <dgm:spPr/>
      <dgm:t>
        <a:bodyPr/>
        <a:lstStyle/>
        <a:p>
          <a:endParaRPr lang="en-US"/>
        </a:p>
      </dgm:t>
    </dgm:pt>
    <dgm:pt modelId="{6346F9D9-A183-400D-B77A-1D72A85BBA5A}">
      <dgm:prSet/>
      <dgm:spPr/>
      <dgm:t>
        <a:bodyPr/>
        <a:lstStyle/>
        <a:p>
          <a:r>
            <a:rPr lang="en-US" b="0" i="0" baseline="0"/>
            <a:t>Logs all alerts for audit and compliance.</a:t>
          </a:r>
          <a:endParaRPr lang="en-US"/>
        </a:p>
      </dgm:t>
    </dgm:pt>
    <dgm:pt modelId="{B2F54B1B-1C85-4BB9-8E98-649C67F31485}" type="parTrans" cxnId="{8D145D10-9C00-4EB2-9637-9F2AFA3E0F40}">
      <dgm:prSet/>
      <dgm:spPr/>
      <dgm:t>
        <a:bodyPr/>
        <a:lstStyle/>
        <a:p>
          <a:endParaRPr lang="en-US"/>
        </a:p>
      </dgm:t>
    </dgm:pt>
    <dgm:pt modelId="{324547A4-2B56-4FCC-9566-59C0894CB574}" type="sibTrans" cxnId="{8D145D10-9C00-4EB2-9637-9F2AFA3E0F40}">
      <dgm:prSet/>
      <dgm:spPr/>
      <dgm:t>
        <a:bodyPr/>
        <a:lstStyle/>
        <a:p>
          <a:endParaRPr lang="en-US"/>
        </a:p>
      </dgm:t>
    </dgm:pt>
    <dgm:pt modelId="{CE9B776C-124F-4130-9570-2CF069615AE2}">
      <dgm:prSet/>
      <dgm:spPr/>
      <dgm:t>
        <a:bodyPr/>
        <a:lstStyle/>
        <a:p>
          <a:r>
            <a:rPr lang="en-US" b="0" i="0" baseline="0"/>
            <a:t>Lightweight — no external frameworks needed.</a:t>
          </a:r>
          <a:endParaRPr lang="en-US"/>
        </a:p>
      </dgm:t>
    </dgm:pt>
    <dgm:pt modelId="{E4AFF2B9-2FF8-4657-BEE6-D8D70C20E69F}" type="parTrans" cxnId="{18E37622-FCB1-4BA0-88FC-A6DBD45EAC9B}">
      <dgm:prSet/>
      <dgm:spPr/>
      <dgm:t>
        <a:bodyPr/>
        <a:lstStyle/>
        <a:p>
          <a:endParaRPr lang="en-US"/>
        </a:p>
      </dgm:t>
    </dgm:pt>
    <dgm:pt modelId="{7DF765BE-137E-4EE3-95C3-D0FC6C6D3A70}" type="sibTrans" cxnId="{18E37622-FCB1-4BA0-88FC-A6DBD45EAC9B}">
      <dgm:prSet/>
      <dgm:spPr/>
      <dgm:t>
        <a:bodyPr/>
        <a:lstStyle/>
        <a:p>
          <a:endParaRPr lang="en-US"/>
        </a:p>
      </dgm:t>
    </dgm:pt>
    <dgm:pt modelId="{46A2D0C7-F83A-41D2-9101-AEDA0BA38B9C}" type="pres">
      <dgm:prSet presAssocID="{D5CE203E-1B79-46F6-9A79-B9EAB4E8231F}" presName="linear" presStyleCnt="0">
        <dgm:presLayoutVars>
          <dgm:animLvl val="lvl"/>
          <dgm:resizeHandles val="exact"/>
        </dgm:presLayoutVars>
      </dgm:prSet>
      <dgm:spPr/>
    </dgm:pt>
    <dgm:pt modelId="{1D0C323D-478D-45B2-8C5C-1A8D2A4EE429}" type="pres">
      <dgm:prSet presAssocID="{8A6C014C-5B73-4924-966E-429C40EBD60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8746778-1D32-4885-8EDB-F931E2C266A6}" type="pres">
      <dgm:prSet presAssocID="{492D1EB2-C071-49F2-9BFE-BB45137CA4D6}" presName="spacer" presStyleCnt="0"/>
      <dgm:spPr/>
    </dgm:pt>
    <dgm:pt modelId="{BAEC6FD3-783A-450E-A3BD-8BA6A49CF52B}" type="pres">
      <dgm:prSet presAssocID="{B8FBDEFC-3F1D-4A9D-93FB-C90C326D846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7F3092A-1170-4E05-AD99-F6DF0F34D748}" type="pres">
      <dgm:prSet presAssocID="{D71CE189-19D7-40A8-A2C2-E4D856AA0D9F}" presName="spacer" presStyleCnt="0"/>
      <dgm:spPr/>
    </dgm:pt>
    <dgm:pt modelId="{0302887D-5413-4BD6-ABF0-F71D28726587}" type="pres">
      <dgm:prSet presAssocID="{DC68C056-7ADB-4229-A139-166AFF7467E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C2FFC98-E74D-4083-A613-697EA3CC418D}" type="pres">
      <dgm:prSet presAssocID="{40934912-4C79-46CA-B150-9DD7DFBEB034}" presName="spacer" presStyleCnt="0"/>
      <dgm:spPr/>
    </dgm:pt>
    <dgm:pt modelId="{8560D6C8-ECCB-40EB-A6A8-0EBDB597D6DE}" type="pres">
      <dgm:prSet presAssocID="{6346F9D9-A183-400D-B77A-1D72A85BBA5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B5ACE1-7B09-4E22-ACAF-F772C6E656F7}" type="pres">
      <dgm:prSet presAssocID="{324547A4-2B56-4FCC-9566-59C0894CB574}" presName="spacer" presStyleCnt="0"/>
      <dgm:spPr/>
    </dgm:pt>
    <dgm:pt modelId="{332FCD15-FA32-41FA-B147-45980DD7551B}" type="pres">
      <dgm:prSet presAssocID="{CE9B776C-124F-4130-9570-2CF069615AE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F050F06-9C90-4E19-BE0A-2790186CD427}" type="presOf" srcId="{DC68C056-7ADB-4229-A139-166AFF7467E4}" destId="{0302887D-5413-4BD6-ABF0-F71D28726587}" srcOrd="0" destOrd="0" presId="urn:microsoft.com/office/officeart/2005/8/layout/vList2"/>
    <dgm:cxn modelId="{8D145D10-9C00-4EB2-9637-9F2AFA3E0F40}" srcId="{D5CE203E-1B79-46F6-9A79-B9EAB4E8231F}" destId="{6346F9D9-A183-400D-B77A-1D72A85BBA5A}" srcOrd="3" destOrd="0" parTransId="{B2F54B1B-1C85-4BB9-8E98-649C67F31485}" sibTransId="{324547A4-2B56-4FCC-9566-59C0894CB574}"/>
    <dgm:cxn modelId="{18E37622-FCB1-4BA0-88FC-A6DBD45EAC9B}" srcId="{D5CE203E-1B79-46F6-9A79-B9EAB4E8231F}" destId="{CE9B776C-124F-4130-9570-2CF069615AE2}" srcOrd="4" destOrd="0" parTransId="{E4AFF2B9-2FF8-4657-BEE6-D8D70C20E69F}" sibTransId="{7DF765BE-137E-4EE3-95C3-D0FC6C6D3A70}"/>
    <dgm:cxn modelId="{97E3E73F-5433-46A1-A940-E63EC2D5839D}" type="presOf" srcId="{CE9B776C-124F-4130-9570-2CF069615AE2}" destId="{332FCD15-FA32-41FA-B147-45980DD7551B}" srcOrd="0" destOrd="0" presId="urn:microsoft.com/office/officeart/2005/8/layout/vList2"/>
    <dgm:cxn modelId="{F2201B4E-E636-4504-A1B3-7FB40967A69A}" type="presOf" srcId="{B8FBDEFC-3F1D-4A9D-93FB-C90C326D846E}" destId="{BAEC6FD3-783A-450E-A3BD-8BA6A49CF52B}" srcOrd="0" destOrd="0" presId="urn:microsoft.com/office/officeart/2005/8/layout/vList2"/>
    <dgm:cxn modelId="{A4EB278F-5813-47ED-9AE2-259CD7D87DE4}" srcId="{D5CE203E-1B79-46F6-9A79-B9EAB4E8231F}" destId="{8A6C014C-5B73-4924-966E-429C40EBD60C}" srcOrd="0" destOrd="0" parTransId="{D504D9AA-259C-457D-A9A9-7399764DF71D}" sibTransId="{492D1EB2-C071-49F2-9BFE-BB45137CA4D6}"/>
    <dgm:cxn modelId="{37B360A5-5133-4E70-AF24-8E4340F16A6E}" type="presOf" srcId="{8A6C014C-5B73-4924-966E-429C40EBD60C}" destId="{1D0C323D-478D-45B2-8C5C-1A8D2A4EE429}" srcOrd="0" destOrd="0" presId="urn:microsoft.com/office/officeart/2005/8/layout/vList2"/>
    <dgm:cxn modelId="{FF393FB1-7524-401C-9755-E0D153E5A4C9}" srcId="{D5CE203E-1B79-46F6-9A79-B9EAB4E8231F}" destId="{DC68C056-7ADB-4229-A139-166AFF7467E4}" srcOrd="2" destOrd="0" parTransId="{F47CDF32-923E-4D26-A5A5-85C24B35D663}" sibTransId="{40934912-4C79-46CA-B150-9DD7DFBEB034}"/>
    <dgm:cxn modelId="{9B5819BB-D98F-4878-A4A0-1323DABFD3D6}" srcId="{D5CE203E-1B79-46F6-9A79-B9EAB4E8231F}" destId="{B8FBDEFC-3F1D-4A9D-93FB-C90C326D846E}" srcOrd="1" destOrd="0" parTransId="{9FEAF979-54A2-4B58-877D-992B2AD60773}" sibTransId="{D71CE189-19D7-40A8-A2C2-E4D856AA0D9F}"/>
    <dgm:cxn modelId="{69D26DBD-260A-4917-856C-710783825014}" type="presOf" srcId="{D5CE203E-1B79-46F6-9A79-B9EAB4E8231F}" destId="{46A2D0C7-F83A-41D2-9101-AEDA0BA38B9C}" srcOrd="0" destOrd="0" presId="urn:microsoft.com/office/officeart/2005/8/layout/vList2"/>
    <dgm:cxn modelId="{0BAD92C6-515E-4DEA-B5DA-E8B9AAAC083C}" type="presOf" srcId="{6346F9D9-A183-400D-B77A-1D72A85BBA5A}" destId="{8560D6C8-ECCB-40EB-A6A8-0EBDB597D6DE}" srcOrd="0" destOrd="0" presId="urn:microsoft.com/office/officeart/2005/8/layout/vList2"/>
    <dgm:cxn modelId="{21C45A94-B1EE-40BC-B1C6-1759648A2CA4}" type="presParOf" srcId="{46A2D0C7-F83A-41D2-9101-AEDA0BA38B9C}" destId="{1D0C323D-478D-45B2-8C5C-1A8D2A4EE429}" srcOrd="0" destOrd="0" presId="urn:microsoft.com/office/officeart/2005/8/layout/vList2"/>
    <dgm:cxn modelId="{A551726D-2786-4A03-9645-E761F0BAE8DE}" type="presParOf" srcId="{46A2D0C7-F83A-41D2-9101-AEDA0BA38B9C}" destId="{68746778-1D32-4885-8EDB-F931E2C266A6}" srcOrd="1" destOrd="0" presId="urn:microsoft.com/office/officeart/2005/8/layout/vList2"/>
    <dgm:cxn modelId="{53254551-D2A1-435E-BC5A-827EEB0BAFF8}" type="presParOf" srcId="{46A2D0C7-F83A-41D2-9101-AEDA0BA38B9C}" destId="{BAEC6FD3-783A-450E-A3BD-8BA6A49CF52B}" srcOrd="2" destOrd="0" presId="urn:microsoft.com/office/officeart/2005/8/layout/vList2"/>
    <dgm:cxn modelId="{703FA8BD-9A38-448A-91EE-C6DDBFB948E9}" type="presParOf" srcId="{46A2D0C7-F83A-41D2-9101-AEDA0BA38B9C}" destId="{07F3092A-1170-4E05-AD99-F6DF0F34D748}" srcOrd="3" destOrd="0" presId="urn:microsoft.com/office/officeart/2005/8/layout/vList2"/>
    <dgm:cxn modelId="{BF45BDA5-FBF5-4744-99F7-3BA289871D18}" type="presParOf" srcId="{46A2D0C7-F83A-41D2-9101-AEDA0BA38B9C}" destId="{0302887D-5413-4BD6-ABF0-F71D28726587}" srcOrd="4" destOrd="0" presId="urn:microsoft.com/office/officeart/2005/8/layout/vList2"/>
    <dgm:cxn modelId="{D25A6A4E-770A-4006-80FE-50FC4AB4652F}" type="presParOf" srcId="{46A2D0C7-F83A-41D2-9101-AEDA0BA38B9C}" destId="{8C2FFC98-E74D-4083-A613-697EA3CC418D}" srcOrd="5" destOrd="0" presId="urn:microsoft.com/office/officeart/2005/8/layout/vList2"/>
    <dgm:cxn modelId="{2ABA1C5D-DCC2-411F-AAD1-F90FF3EF98EC}" type="presParOf" srcId="{46A2D0C7-F83A-41D2-9101-AEDA0BA38B9C}" destId="{8560D6C8-ECCB-40EB-A6A8-0EBDB597D6DE}" srcOrd="6" destOrd="0" presId="urn:microsoft.com/office/officeart/2005/8/layout/vList2"/>
    <dgm:cxn modelId="{21AB248B-5572-4C68-A61F-6D1D7BC3590F}" type="presParOf" srcId="{46A2D0C7-F83A-41D2-9101-AEDA0BA38B9C}" destId="{68B5ACE1-7B09-4E22-ACAF-F772C6E656F7}" srcOrd="7" destOrd="0" presId="urn:microsoft.com/office/officeart/2005/8/layout/vList2"/>
    <dgm:cxn modelId="{C6496D47-B176-4358-8CF7-5D0F18F8BC6C}" type="presParOf" srcId="{46A2D0C7-F83A-41D2-9101-AEDA0BA38B9C}" destId="{332FCD15-FA32-41FA-B147-45980DD7551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66369A-FFB3-40B6-BB99-E76263FD44EE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10ABEE-9E42-48CA-A3E2-C5FCBF7B9732}">
      <dgm:prSet/>
      <dgm:spPr/>
      <dgm:t>
        <a:bodyPr/>
        <a:lstStyle/>
        <a:p>
          <a:r>
            <a:rPr lang="en-US"/>
            <a:t>Add</a:t>
          </a:r>
        </a:p>
      </dgm:t>
    </dgm:pt>
    <dgm:pt modelId="{3B3A3EC7-4703-4105-AFE6-7031D4AB8BC2}" type="parTrans" cxnId="{DDC50999-2818-494B-AF49-AD7A1833E82C}">
      <dgm:prSet/>
      <dgm:spPr/>
      <dgm:t>
        <a:bodyPr/>
        <a:lstStyle/>
        <a:p>
          <a:endParaRPr lang="en-US"/>
        </a:p>
      </dgm:t>
    </dgm:pt>
    <dgm:pt modelId="{7C355A2F-B698-4C33-8A38-7515FB019DF3}" type="sibTrans" cxnId="{DDC50999-2818-494B-AF49-AD7A1833E82C}">
      <dgm:prSet/>
      <dgm:spPr/>
      <dgm:t>
        <a:bodyPr/>
        <a:lstStyle/>
        <a:p>
          <a:endParaRPr lang="en-US"/>
        </a:p>
      </dgm:t>
    </dgm:pt>
    <dgm:pt modelId="{2C68D827-5D57-4139-82CD-5A9676346079}">
      <dgm:prSet/>
      <dgm:spPr/>
      <dgm:t>
        <a:bodyPr/>
        <a:lstStyle/>
        <a:p>
          <a:r>
            <a:rPr lang="en-US" dirty="0"/>
            <a:t>machine learning for anomaly detection.</a:t>
          </a:r>
        </a:p>
      </dgm:t>
    </dgm:pt>
    <dgm:pt modelId="{7BCAC7A1-04DE-4D29-88E9-11A719E0EAB9}" type="parTrans" cxnId="{72F67472-AB99-4768-B67A-A08E5777CC12}">
      <dgm:prSet/>
      <dgm:spPr/>
      <dgm:t>
        <a:bodyPr/>
        <a:lstStyle/>
        <a:p>
          <a:endParaRPr lang="en-US"/>
        </a:p>
      </dgm:t>
    </dgm:pt>
    <dgm:pt modelId="{254378E6-96E0-4037-9A2B-66FC750A10AD}" type="sibTrans" cxnId="{72F67472-AB99-4768-B67A-A08E5777CC12}">
      <dgm:prSet/>
      <dgm:spPr/>
      <dgm:t>
        <a:bodyPr/>
        <a:lstStyle/>
        <a:p>
          <a:endParaRPr lang="en-US"/>
        </a:p>
      </dgm:t>
    </dgm:pt>
    <dgm:pt modelId="{92F52841-B5E6-49E3-90B9-0DD6F1A34E9D}">
      <dgm:prSet/>
      <dgm:spPr/>
      <dgm:t>
        <a:bodyPr/>
        <a:lstStyle/>
        <a:p>
          <a:r>
            <a:rPr lang="en-US"/>
            <a:t>Integrate</a:t>
          </a:r>
        </a:p>
      </dgm:t>
    </dgm:pt>
    <dgm:pt modelId="{00E8D2A4-C4AD-454D-9283-FE831BD8E61E}" type="parTrans" cxnId="{10AD23F6-5BB1-4E07-9161-07D9037385F3}">
      <dgm:prSet/>
      <dgm:spPr/>
      <dgm:t>
        <a:bodyPr/>
        <a:lstStyle/>
        <a:p>
          <a:endParaRPr lang="en-US"/>
        </a:p>
      </dgm:t>
    </dgm:pt>
    <dgm:pt modelId="{D934EBBB-08A1-434A-AC40-D4978726E61D}" type="sibTrans" cxnId="{10AD23F6-5BB1-4E07-9161-07D9037385F3}">
      <dgm:prSet/>
      <dgm:spPr/>
      <dgm:t>
        <a:bodyPr/>
        <a:lstStyle/>
        <a:p>
          <a:endParaRPr lang="en-US"/>
        </a:p>
      </dgm:t>
    </dgm:pt>
    <dgm:pt modelId="{647EFB05-4D94-4013-A1C9-E85398788B61}">
      <dgm:prSet/>
      <dgm:spPr/>
      <dgm:t>
        <a:bodyPr/>
        <a:lstStyle/>
        <a:p>
          <a:r>
            <a:rPr lang="en-US" dirty="0"/>
            <a:t>with database for alert storage and reporting.</a:t>
          </a:r>
        </a:p>
      </dgm:t>
    </dgm:pt>
    <dgm:pt modelId="{467554FF-18E6-409A-9978-EBFC83543CD6}" type="parTrans" cxnId="{302D9C6B-5DC7-450A-ADA9-3679A914D505}">
      <dgm:prSet/>
      <dgm:spPr/>
      <dgm:t>
        <a:bodyPr/>
        <a:lstStyle/>
        <a:p>
          <a:endParaRPr lang="en-US"/>
        </a:p>
      </dgm:t>
    </dgm:pt>
    <dgm:pt modelId="{775F66F6-E6B8-49F6-99DC-9F65A285BF74}" type="sibTrans" cxnId="{302D9C6B-5DC7-450A-ADA9-3679A914D505}">
      <dgm:prSet/>
      <dgm:spPr/>
      <dgm:t>
        <a:bodyPr/>
        <a:lstStyle/>
        <a:p>
          <a:endParaRPr lang="en-US"/>
        </a:p>
      </dgm:t>
    </dgm:pt>
    <dgm:pt modelId="{541D59AB-3CED-4552-ABD7-B3A2504237BB}">
      <dgm:prSet/>
      <dgm:spPr/>
      <dgm:t>
        <a:bodyPr/>
        <a:lstStyle/>
        <a:p>
          <a:r>
            <a:rPr lang="en-US"/>
            <a:t>Build</a:t>
          </a:r>
        </a:p>
      </dgm:t>
    </dgm:pt>
    <dgm:pt modelId="{112BED4B-8CA4-4648-A35E-55DD310B8933}" type="parTrans" cxnId="{3AAE0920-4681-4BA5-8851-344243AB9F80}">
      <dgm:prSet/>
      <dgm:spPr/>
      <dgm:t>
        <a:bodyPr/>
        <a:lstStyle/>
        <a:p>
          <a:endParaRPr lang="en-US"/>
        </a:p>
      </dgm:t>
    </dgm:pt>
    <dgm:pt modelId="{A1C171BA-AF72-49D4-BDD2-61724DBC811D}" type="sibTrans" cxnId="{3AAE0920-4681-4BA5-8851-344243AB9F80}">
      <dgm:prSet/>
      <dgm:spPr/>
      <dgm:t>
        <a:bodyPr/>
        <a:lstStyle/>
        <a:p>
          <a:endParaRPr lang="en-US"/>
        </a:p>
      </dgm:t>
    </dgm:pt>
    <dgm:pt modelId="{73325A18-C17B-487F-A612-048F5EBFF245}">
      <dgm:prSet/>
      <dgm:spPr/>
      <dgm:t>
        <a:bodyPr/>
        <a:lstStyle/>
        <a:p>
          <a:r>
            <a:rPr lang="en-US" dirty="0"/>
            <a:t>a web dashboard for visualization.</a:t>
          </a:r>
        </a:p>
      </dgm:t>
    </dgm:pt>
    <dgm:pt modelId="{0823669F-CBD2-402E-BE92-72B75F6A59AD}" type="parTrans" cxnId="{EB8D59CE-26E3-4F8C-9FD1-ED55EB51A80F}">
      <dgm:prSet/>
      <dgm:spPr/>
      <dgm:t>
        <a:bodyPr/>
        <a:lstStyle/>
        <a:p>
          <a:endParaRPr lang="en-US"/>
        </a:p>
      </dgm:t>
    </dgm:pt>
    <dgm:pt modelId="{FC8B8C7F-F620-451F-A81F-E73AE03CEE97}" type="sibTrans" cxnId="{EB8D59CE-26E3-4F8C-9FD1-ED55EB51A80F}">
      <dgm:prSet/>
      <dgm:spPr/>
      <dgm:t>
        <a:bodyPr/>
        <a:lstStyle/>
        <a:p>
          <a:endParaRPr lang="en-US"/>
        </a:p>
      </dgm:t>
    </dgm:pt>
    <dgm:pt modelId="{62F54CB6-1970-4273-8596-D6785F4144C9}">
      <dgm:prSet/>
      <dgm:spPr/>
      <dgm:t>
        <a:bodyPr/>
        <a:lstStyle/>
        <a:p>
          <a:r>
            <a:rPr lang="en-US"/>
            <a:t>Expand</a:t>
          </a:r>
        </a:p>
      </dgm:t>
    </dgm:pt>
    <dgm:pt modelId="{1A8A9B3E-E88F-47C6-8F7E-FF658B86EA2B}" type="parTrans" cxnId="{9563C656-FB8D-4B5B-8B8F-54BD9E1B6A82}">
      <dgm:prSet/>
      <dgm:spPr/>
      <dgm:t>
        <a:bodyPr/>
        <a:lstStyle/>
        <a:p>
          <a:endParaRPr lang="en-US"/>
        </a:p>
      </dgm:t>
    </dgm:pt>
    <dgm:pt modelId="{59DE05A4-7281-4536-8CDC-405AF97F701B}" type="sibTrans" cxnId="{9563C656-FB8D-4B5B-8B8F-54BD9E1B6A82}">
      <dgm:prSet/>
      <dgm:spPr/>
      <dgm:t>
        <a:bodyPr/>
        <a:lstStyle/>
        <a:p>
          <a:endParaRPr lang="en-US"/>
        </a:p>
      </dgm:t>
    </dgm:pt>
    <dgm:pt modelId="{61020F26-5147-450A-A1B3-0480904F062C}">
      <dgm:prSet/>
      <dgm:spPr/>
      <dgm:t>
        <a:bodyPr/>
        <a:lstStyle/>
        <a:p>
          <a:r>
            <a:rPr lang="en-US" dirty="0"/>
            <a:t>to file and email DLP (not just network).</a:t>
          </a:r>
        </a:p>
      </dgm:t>
    </dgm:pt>
    <dgm:pt modelId="{0AFBC336-BC40-44C9-97A1-3DDF3ABDF2A0}" type="parTrans" cxnId="{7231C762-69DF-46A5-9685-D9EFCE3F2317}">
      <dgm:prSet/>
      <dgm:spPr/>
      <dgm:t>
        <a:bodyPr/>
        <a:lstStyle/>
        <a:p>
          <a:endParaRPr lang="en-US"/>
        </a:p>
      </dgm:t>
    </dgm:pt>
    <dgm:pt modelId="{9821C2E5-07F6-4E58-82AB-16A59AE08C79}" type="sibTrans" cxnId="{7231C762-69DF-46A5-9685-D9EFCE3F2317}">
      <dgm:prSet/>
      <dgm:spPr/>
      <dgm:t>
        <a:bodyPr/>
        <a:lstStyle/>
        <a:p>
          <a:endParaRPr lang="en-US"/>
        </a:p>
      </dgm:t>
    </dgm:pt>
    <dgm:pt modelId="{E211477F-7CD4-42C7-96B1-65817379352F}" type="pres">
      <dgm:prSet presAssocID="{A366369A-FFB3-40B6-BB99-E76263FD44EE}" presName="Name0" presStyleCnt="0">
        <dgm:presLayoutVars>
          <dgm:dir/>
          <dgm:animLvl val="lvl"/>
          <dgm:resizeHandles val="exact"/>
        </dgm:presLayoutVars>
      </dgm:prSet>
      <dgm:spPr/>
    </dgm:pt>
    <dgm:pt modelId="{3F259F4B-787F-4430-81C4-30066F3D9E9F}" type="pres">
      <dgm:prSet presAssocID="{3110ABEE-9E42-48CA-A3E2-C5FCBF7B9732}" presName="linNode" presStyleCnt="0"/>
      <dgm:spPr/>
    </dgm:pt>
    <dgm:pt modelId="{E351BAC4-7B52-46C2-87F5-C32A9AE2E7E4}" type="pres">
      <dgm:prSet presAssocID="{3110ABEE-9E42-48CA-A3E2-C5FCBF7B9732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7D0873A6-D24F-45FE-A2FA-44181EEC0B35}" type="pres">
      <dgm:prSet presAssocID="{3110ABEE-9E42-48CA-A3E2-C5FCBF7B9732}" presName="descendantText" presStyleLbl="alignAccFollowNode1" presStyleIdx="0" presStyleCnt="4">
        <dgm:presLayoutVars>
          <dgm:bulletEnabled/>
        </dgm:presLayoutVars>
      </dgm:prSet>
      <dgm:spPr/>
    </dgm:pt>
    <dgm:pt modelId="{D82B8CDF-1454-45D3-BC62-13B1180D5E4A}" type="pres">
      <dgm:prSet presAssocID="{7C355A2F-B698-4C33-8A38-7515FB019DF3}" presName="sp" presStyleCnt="0"/>
      <dgm:spPr/>
    </dgm:pt>
    <dgm:pt modelId="{8923C96B-466A-422D-B26C-9DCBDB4466F6}" type="pres">
      <dgm:prSet presAssocID="{92F52841-B5E6-49E3-90B9-0DD6F1A34E9D}" presName="linNode" presStyleCnt="0"/>
      <dgm:spPr/>
    </dgm:pt>
    <dgm:pt modelId="{3AE833E8-244A-40A5-9413-39F5EA930B2B}" type="pres">
      <dgm:prSet presAssocID="{92F52841-B5E6-49E3-90B9-0DD6F1A34E9D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DC6267DD-9A3B-41EB-B289-9C4A06C50D59}" type="pres">
      <dgm:prSet presAssocID="{92F52841-B5E6-49E3-90B9-0DD6F1A34E9D}" presName="descendantText" presStyleLbl="alignAccFollowNode1" presStyleIdx="1" presStyleCnt="4">
        <dgm:presLayoutVars>
          <dgm:bulletEnabled/>
        </dgm:presLayoutVars>
      </dgm:prSet>
      <dgm:spPr/>
    </dgm:pt>
    <dgm:pt modelId="{AC81D7DE-6475-486E-8EAB-8B37DE66401E}" type="pres">
      <dgm:prSet presAssocID="{D934EBBB-08A1-434A-AC40-D4978726E61D}" presName="sp" presStyleCnt="0"/>
      <dgm:spPr/>
    </dgm:pt>
    <dgm:pt modelId="{D1D18C8D-3302-4766-AA6C-86152E8A8D2A}" type="pres">
      <dgm:prSet presAssocID="{541D59AB-3CED-4552-ABD7-B3A2504237BB}" presName="linNode" presStyleCnt="0"/>
      <dgm:spPr/>
    </dgm:pt>
    <dgm:pt modelId="{4269E63D-073E-4504-95D5-43522ED0E079}" type="pres">
      <dgm:prSet presAssocID="{541D59AB-3CED-4552-ABD7-B3A2504237BB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39872FBC-1B82-4DD7-8E04-2520F2FCFAC2}" type="pres">
      <dgm:prSet presAssocID="{541D59AB-3CED-4552-ABD7-B3A2504237BB}" presName="descendantText" presStyleLbl="alignAccFollowNode1" presStyleIdx="2" presStyleCnt="4">
        <dgm:presLayoutVars>
          <dgm:bulletEnabled/>
        </dgm:presLayoutVars>
      </dgm:prSet>
      <dgm:spPr/>
    </dgm:pt>
    <dgm:pt modelId="{E9B6AC51-885B-40B2-8E74-3A8A04EE5783}" type="pres">
      <dgm:prSet presAssocID="{A1C171BA-AF72-49D4-BDD2-61724DBC811D}" presName="sp" presStyleCnt="0"/>
      <dgm:spPr/>
    </dgm:pt>
    <dgm:pt modelId="{E0254BD3-92AF-483A-8B0F-E8D456AE8D9F}" type="pres">
      <dgm:prSet presAssocID="{62F54CB6-1970-4273-8596-D6785F4144C9}" presName="linNode" presStyleCnt="0"/>
      <dgm:spPr/>
    </dgm:pt>
    <dgm:pt modelId="{29DBB885-A033-4047-B106-7DCBB6D9307B}" type="pres">
      <dgm:prSet presAssocID="{62F54CB6-1970-4273-8596-D6785F4144C9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49748586-3473-45F6-A891-F2BBB0120322}" type="pres">
      <dgm:prSet presAssocID="{62F54CB6-1970-4273-8596-D6785F4144C9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3AAE0920-4681-4BA5-8851-344243AB9F80}" srcId="{A366369A-FFB3-40B6-BB99-E76263FD44EE}" destId="{541D59AB-3CED-4552-ABD7-B3A2504237BB}" srcOrd="2" destOrd="0" parTransId="{112BED4B-8CA4-4648-A35E-55DD310B8933}" sibTransId="{A1C171BA-AF72-49D4-BDD2-61724DBC811D}"/>
    <dgm:cxn modelId="{7231C762-69DF-46A5-9685-D9EFCE3F2317}" srcId="{62F54CB6-1970-4273-8596-D6785F4144C9}" destId="{61020F26-5147-450A-A1B3-0480904F062C}" srcOrd="0" destOrd="0" parTransId="{0AFBC336-BC40-44C9-97A1-3DDF3ABDF2A0}" sibTransId="{9821C2E5-07F6-4E58-82AB-16A59AE08C79}"/>
    <dgm:cxn modelId="{D976146A-1F57-4394-9DCE-62959295576E}" type="presOf" srcId="{92F52841-B5E6-49E3-90B9-0DD6F1A34E9D}" destId="{3AE833E8-244A-40A5-9413-39F5EA930B2B}" srcOrd="0" destOrd="0" presId="urn:microsoft.com/office/officeart/2016/7/layout/VerticalSolidActionList"/>
    <dgm:cxn modelId="{302D9C6B-5DC7-450A-ADA9-3679A914D505}" srcId="{92F52841-B5E6-49E3-90B9-0DD6F1A34E9D}" destId="{647EFB05-4D94-4013-A1C9-E85398788B61}" srcOrd="0" destOrd="0" parTransId="{467554FF-18E6-409A-9978-EBFC83543CD6}" sibTransId="{775F66F6-E6B8-49F6-99DC-9F65A285BF74}"/>
    <dgm:cxn modelId="{1A4AC24B-3727-4CF5-9C84-725982719940}" type="presOf" srcId="{541D59AB-3CED-4552-ABD7-B3A2504237BB}" destId="{4269E63D-073E-4504-95D5-43522ED0E079}" srcOrd="0" destOrd="0" presId="urn:microsoft.com/office/officeart/2016/7/layout/VerticalSolidActionList"/>
    <dgm:cxn modelId="{72F67472-AB99-4768-B67A-A08E5777CC12}" srcId="{3110ABEE-9E42-48CA-A3E2-C5FCBF7B9732}" destId="{2C68D827-5D57-4139-82CD-5A9676346079}" srcOrd="0" destOrd="0" parTransId="{7BCAC7A1-04DE-4D29-88E9-11A719E0EAB9}" sibTransId="{254378E6-96E0-4037-9A2B-66FC750A10AD}"/>
    <dgm:cxn modelId="{9563C656-FB8D-4B5B-8B8F-54BD9E1B6A82}" srcId="{A366369A-FFB3-40B6-BB99-E76263FD44EE}" destId="{62F54CB6-1970-4273-8596-D6785F4144C9}" srcOrd="3" destOrd="0" parTransId="{1A8A9B3E-E88F-47C6-8F7E-FF658B86EA2B}" sibTransId="{59DE05A4-7281-4536-8CDC-405AF97F701B}"/>
    <dgm:cxn modelId="{624B8857-B73A-48AA-AF45-5F8A74843D33}" type="presOf" srcId="{62F54CB6-1970-4273-8596-D6785F4144C9}" destId="{29DBB885-A033-4047-B106-7DCBB6D9307B}" srcOrd="0" destOrd="0" presId="urn:microsoft.com/office/officeart/2016/7/layout/VerticalSolidActionList"/>
    <dgm:cxn modelId="{E6B9077E-2F6B-4C1E-8EAA-47104402FBE8}" type="presOf" srcId="{73325A18-C17B-487F-A612-048F5EBFF245}" destId="{39872FBC-1B82-4DD7-8E04-2520F2FCFAC2}" srcOrd="0" destOrd="0" presId="urn:microsoft.com/office/officeart/2016/7/layout/VerticalSolidActionList"/>
    <dgm:cxn modelId="{17671B85-4522-47CF-832F-1FC4F7B44A05}" type="presOf" srcId="{2C68D827-5D57-4139-82CD-5A9676346079}" destId="{7D0873A6-D24F-45FE-A2FA-44181EEC0B35}" srcOrd="0" destOrd="0" presId="urn:microsoft.com/office/officeart/2016/7/layout/VerticalSolidActionList"/>
    <dgm:cxn modelId="{AD3BA592-222D-41F2-9841-9ECE72F55382}" type="presOf" srcId="{61020F26-5147-450A-A1B3-0480904F062C}" destId="{49748586-3473-45F6-A891-F2BBB0120322}" srcOrd="0" destOrd="0" presId="urn:microsoft.com/office/officeart/2016/7/layout/VerticalSolidActionList"/>
    <dgm:cxn modelId="{2C1ADB97-1300-4D0C-BC97-8FE0953F1498}" type="presOf" srcId="{647EFB05-4D94-4013-A1C9-E85398788B61}" destId="{DC6267DD-9A3B-41EB-B289-9C4A06C50D59}" srcOrd="0" destOrd="0" presId="urn:microsoft.com/office/officeart/2016/7/layout/VerticalSolidActionList"/>
    <dgm:cxn modelId="{DDC50999-2818-494B-AF49-AD7A1833E82C}" srcId="{A366369A-FFB3-40B6-BB99-E76263FD44EE}" destId="{3110ABEE-9E42-48CA-A3E2-C5FCBF7B9732}" srcOrd="0" destOrd="0" parTransId="{3B3A3EC7-4703-4105-AFE6-7031D4AB8BC2}" sibTransId="{7C355A2F-B698-4C33-8A38-7515FB019DF3}"/>
    <dgm:cxn modelId="{A02BF0C3-3E8F-41AB-AB53-2B7CD663E4EC}" type="presOf" srcId="{3110ABEE-9E42-48CA-A3E2-C5FCBF7B9732}" destId="{E351BAC4-7B52-46C2-87F5-C32A9AE2E7E4}" srcOrd="0" destOrd="0" presId="urn:microsoft.com/office/officeart/2016/7/layout/VerticalSolidActionList"/>
    <dgm:cxn modelId="{EB8D59CE-26E3-4F8C-9FD1-ED55EB51A80F}" srcId="{541D59AB-3CED-4552-ABD7-B3A2504237BB}" destId="{73325A18-C17B-487F-A612-048F5EBFF245}" srcOrd="0" destOrd="0" parTransId="{0823669F-CBD2-402E-BE92-72B75F6A59AD}" sibTransId="{FC8B8C7F-F620-451F-A81F-E73AE03CEE97}"/>
    <dgm:cxn modelId="{9AD3C4F2-0DAF-42F3-9879-9AA1F04936E8}" type="presOf" srcId="{A366369A-FFB3-40B6-BB99-E76263FD44EE}" destId="{E211477F-7CD4-42C7-96B1-65817379352F}" srcOrd="0" destOrd="0" presId="urn:microsoft.com/office/officeart/2016/7/layout/VerticalSolidActionList"/>
    <dgm:cxn modelId="{10AD23F6-5BB1-4E07-9161-07D9037385F3}" srcId="{A366369A-FFB3-40B6-BB99-E76263FD44EE}" destId="{92F52841-B5E6-49E3-90B9-0DD6F1A34E9D}" srcOrd="1" destOrd="0" parTransId="{00E8D2A4-C4AD-454D-9283-FE831BD8E61E}" sibTransId="{D934EBBB-08A1-434A-AC40-D4978726E61D}"/>
    <dgm:cxn modelId="{4E083674-596F-4437-AEC9-662D1F5EDE16}" type="presParOf" srcId="{E211477F-7CD4-42C7-96B1-65817379352F}" destId="{3F259F4B-787F-4430-81C4-30066F3D9E9F}" srcOrd="0" destOrd="0" presId="urn:microsoft.com/office/officeart/2016/7/layout/VerticalSolidActionList"/>
    <dgm:cxn modelId="{E9AB896B-BC89-476B-A320-C54002951072}" type="presParOf" srcId="{3F259F4B-787F-4430-81C4-30066F3D9E9F}" destId="{E351BAC4-7B52-46C2-87F5-C32A9AE2E7E4}" srcOrd="0" destOrd="0" presId="urn:microsoft.com/office/officeart/2016/7/layout/VerticalSolidActionList"/>
    <dgm:cxn modelId="{3F7F0B46-4AC6-420B-98D3-5AC2C3C37277}" type="presParOf" srcId="{3F259F4B-787F-4430-81C4-30066F3D9E9F}" destId="{7D0873A6-D24F-45FE-A2FA-44181EEC0B35}" srcOrd="1" destOrd="0" presId="urn:microsoft.com/office/officeart/2016/7/layout/VerticalSolidActionList"/>
    <dgm:cxn modelId="{AD538607-088C-4CB4-BD00-704C78ECD2AB}" type="presParOf" srcId="{E211477F-7CD4-42C7-96B1-65817379352F}" destId="{D82B8CDF-1454-45D3-BC62-13B1180D5E4A}" srcOrd="1" destOrd="0" presId="urn:microsoft.com/office/officeart/2016/7/layout/VerticalSolidActionList"/>
    <dgm:cxn modelId="{3BC042A1-26D1-484E-8AA1-91CA63271E3E}" type="presParOf" srcId="{E211477F-7CD4-42C7-96B1-65817379352F}" destId="{8923C96B-466A-422D-B26C-9DCBDB4466F6}" srcOrd="2" destOrd="0" presId="urn:microsoft.com/office/officeart/2016/7/layout/VerticalSolidActionList"/>
    <dgm:cxn modelId="{3D2BEF85-A6FD-412B-912F-5F1ED3BD4A40}" type="presParOf" srcId="{8923C96B-466A-422D-B26C-9DCBDB4466F6}" destId="{3AE833E8-244A-40A5-9413-39F5EA930B2B}" srcOrd="0" destOrd="0" presId="urn:microsoft.com/office/officeart/2016/7/layout/VerticalSolidActionList"/>
    <dgm:cxn modelId="{4DC4F164-383E-45AF-A20C-43EF537AA76D}" type="presParOf" srcId="{8923C96B-466A-422D-B26C-9DCBDB4466F6}" destId="{DC6267DD-9A3B-41EB-B289-9C4A06C50D59}" srcOrd="1" destOrd="0" presId="urn:microsoft.com/office/officeart/2016/7/layout/VerticalSolidActionList"/>
    <dgm:cxn modelId="{DD393439-2E89-4BED-BE40-880375416046}" type="presParOf" srcId="{E211477F-7CD4-42C7-96B1-65817379352F}" destId="{AC81D7DE-6475-486E-8EAB-8B37DE66401E}" srcOrd="3" destOrd="0" presId="urn:microsoft.com/office/officeart/2016/7/layout/VerticalSolidActionList"/>
    <dgm:cxn modelId="{4FC10A3F-478D-428A-B075-E425E7070353}" type="presParOf" srcId="{E211477F-7CD4-42C7-96B1-65817379352F}" destId="{D1D18C8D-3302-4766-AA6C-86152E8A8D2A}" srcOrd="4" destOrd="0" presId="urn:microsoft.com/office/officeart/2016/7/layout/VerticalSolidActionList"/>
    <dgm:cxn modelId="{72D65A93-A4A0-4C10-9B8B-2A391A34548A}" type="presParOf" srcId="{D1D18C8D-3302-4766-AA6C-86152E8A8D2A}" destId="{4269E63D-073E-4504-95D5-43522ED0E079}" srcOrd="0" destOrd="0" presId="urn:microsoft.com/office/officeart/2016/7/layout/VerticalSolidActionList"/>
    <dgm:cxn modelId="{F30A4828-591D-4ACB-9BF6-B477678A02B2}" type="presParOf" srcId="{D1D18C8D-3302-4766-AA6C-86152E8A8D2A}" destId="{39872FBC-1B82-4DD7-8E04-2520F2FCFAC2}" srcOrd="1" destOrd="0" presId="urn:microsoft.com/office/officeart/2016/7/layout/VerticalSolidActionList"/>
    <dgm:cxn modelId="{C6FEEED1-B08D-4938-BC7C-F8CFACFCF8A5}" type="presParOf" srcId="{E211477F-7CD4-42C7-96B1-65817379352F}" destId="{E9B6AC51-885B-40B2-8E74-3A8A04EE5783}" srcOrd="5" destOrd="0" presId="urn:microsoft.com/office/officeart/2016/7/layout/VerticalSolidActionList"/>
    <dgm:cxn modelId="{31A65388-8F61-4627-BB12-F0F92CE1369B}" type="presParOf" srcId="{E211477F-7CD4-42C7-96B1-65817379352F}" destId="{E0254BD3-92AF-483A-8B0F-E8D456AE8D9F}" srcOrd="6" destOrd="0" presId="urn:microsoft.com/office/officeart/2016/7/layout/VerticalSolidActionList"/>
    <dgm:cxn modelId="{003114F1-426B-4C38-B382-67D6EA117CB4}" type="presParOf" srcId="{E0254BD3-92AF-483A-8B0F-E8D456AE8D9F}" destId="{29DBB885-A033-4047-B106-7DCBB6D9307B}" srcOrd="0" destOrd="0" presId="urn:microsoft.com/office/officeart/2016/7/layout/VerticalSolidActionList"/>
    <dgm:cxn modelId="{0E1B2C0F-1890-4CEE-9FD6-660702113901}" type="presParOf" srcId="{E0254BD3-92AF-483A-8B0F-E8D456AE8D9F}" destId="{49748586-3473-45F6-A891-F2BBB0120322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E8E6C-8B46-41EF-9E68-252C3776A0CC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378C1B-D08A-433F-8E5F-F9F17DE2EB30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90B00-0D61-4578-B85C-9A1F29812117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Detect and block sensitive data patterns (e.g., emails, passwords, credit cards).</a:t>
          </a:r>
        </a:p>
      </dsp:txBody>
      <dsp:txXfrm>
        <a:off x="1948202" y="368029"/>
        <a:ext cx="3233964" cy="1371985"/>
      </dsp:txXfrm>
    </dsp:sp>
    <dsp:sp modelId="{F5433269-C4FB-43D8-8D1C-F310F74E7892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4D9FA-0F2E-41BD-A024-4F4FE44093D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DE59E-7889-4F05-B1FC-E9268FB70643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Log all potential data leaks with timestamps.</a:t>
          </a:r>
        </a:p>
      </dsp:txBody>
      <dsp:txXfrm>
        <a:off x="7411643" y="368029"/>
        <a:ext cx="3233964" cy="1371985"/>
      </dsp:txXfrm>
    </dsp:sp>
    <dsp:sp modelId="{1F5188E4-04F2-464E-9ED1-59E5D4CA6ACC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1C1F5-672F-4B31-A808-07DD9A6616AA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96575-9E73-4C22-A623-49EF32C7F0AB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Mask sensitive information before displaying or storing it.</a:t>
          </a:r>
        </a:p>
      </dsp:txBody>
      <dsp:txXfrm>
        <a:off x="1948202" y="2452790"/>
        <a:ext cx="3233964" cy="1371985"/>
      </dsp:txXfrm>
    </dsp:sp>
    <dsp:sp modelId="{7C4F5B3E-0C72-4E3D-A710-089385EF9AF1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8B434-7579-449B-B99D-BA4D32B64F60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8D2C4-82B3-4018-9B95-956FCD37CF48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Provide a simple and interactive way to test the system using POST requests.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D5362F-CB78-4C75-9271-1039A36612A0}">
      <dsp:nvSpPr>
        <dsp:cNvPr id="0" name=""/>
        <dsp:cNvSpPr/>
      </dsp:nvSpPr>
      <dsp:spPr>
        <a:xfrm>
          <a:off x="-515397" y="712820"/>
          <a:ext cx="10515600" cy="1300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691B3B-E229-4D8F-B8D5-3C4286CB1578}">
      <dsp:nvSpPr>
        <dsp:cNvPr id="0" name=""/>
        <dsp:cNvSpPr/>
      </dsp:nvSpPr>
      <dsp:spPr>
        <a:xfrm>
          <a:off x="-122054" y="1005390"/>
          <a:ext cx="715170" cy="7151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FB758-DC02-4CC2-A447-BC8AF85F1A2F}">
      <dsp:nvSpPr>
        <dsp:cNvPr id="0" name=""/>
        <dsp:cNvSpPr/>
      </dsp:nvSpPr>
      <dsp:spPr>
        <a:xfrm>
          <a:off x="986459" y="712820"/>
          <a:ext cx="9010804" cy="1300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16" tIns="137616" rIns="137616" bIns="1376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Purpose:</a:t>
          </a:r>
          <a:br>
            <a:rPr lang="en-IN" sz="2200" kern="1200"/>
          </a:br>
          <a:r>
            <a:rPr lang="en-IN" sz="2200" kern="1200"/>
            <a:t>	Performs analysis on incoming payloads and identifies 	sensitive patterns.</a:t>
          </a:r>
          <a:endParaRPr lang="en-US" sz="2200" kern="1200"/>
        </a:p>
      </dsp:txBody>
      <dsp:txXfrm>
        <a:off x="986459" y="712820"/>
        <a:ext cx="9010804" cy="1300309"/>
      </dsp:txXfrm>
    </dsp:sp>
    <dsp:sp modelId="{8F352141-A1D7-477E-A480-6CEEE75DCE0C}">
      <dsp:nvSpPr>
        <dsp:cNvPr id="0" name=""/>
        <dsp:cNvSpPr/>
      </dsp:nvSpPr>
      <dsp:spPr>
        <a:xfrm>
          <a:off x="-515397" y="2338207"/>
          <a:ext cx="10515600" cy="1300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C04C3-3E44-407D-92C1-5B6B533A1204}">
      <dsp:nvSpPr>
        <dsp:cNvPr id="0" name=""/>
        <dsp:cNvSpPr/>
      </dsp:nvSpPr>
      <dsp:spPr>
        <a:xfrm>
          <a:off x="-122054" y="2630777"/>
          <a:ext cx="715170" cy="7151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BC1B5-CBED-4C0D-9B37-BB751528F0D2}">
      <dsp:nvSpPr>
        <dsp:cNvPr id="0" name=""/>
        <dsp:cNvSpPr/>
      </dsp:nvSpPr>
      <dsp:spPr>
        <a:xfrm>
          <a:off x="986459" y="2338207"/>
          <a:ext cx="4732020" cy="1300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16" tIns="137616" rIns="137616" bIns="1376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Key Functions:</a:t>
          </a:r>
          <a:endParaRPr lang="en-US" sz="2200" kern="1200"/>
        </a:p>
      </dsp:txBody>
      <dsp:txXfrm>
        <a:off x="986459" y="2338207"/>
        <a:ext cx="4732020" cy="1300309"/>
      </dsp:txXfrm>
    </dsp:sp>
    <dsp:sp modelId="{0DEFDA97-21E3-46D3-9E50-0C916CC2E73B}">
      <dsp:nvSpPr>
        <dsp:cNvPr id="0" name=""/>
        <dsp:cNvSpPr/>
      </dsp:nvSpPr>
      <dsp:spPr>
        <a:xfrm>
          <a:off x="4684746" y="2338207"/>
          <a:ext cx="6346250" cy="1300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16" tIns="137616" rIns="137616" bIns="13761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 err="1"/>
            <a:t>load_rules</a:t>
          </a:r>
          <a:r>
            <a:rPr lang="en-IN" sz="1500" kern="1200" dirty="0"/>
            <a:t>() → Loads regex rules.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analyze_payload() → Scans payload using regex.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log_alert() → Records timestamped alerts.</a:t>
          </a:r>
          <a:endParaRPr lang="en-US" sz="1500" kern="1200"/>
        </a:p>
      </dsp:txBody>
      <dsp:txXfrm>
        <a:off x="4684746" y="2338207"/>
        <a:ext cx="6346250" cy="13003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5716A-931A-4125-B2A6-B7F4D652AE15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FC6DA-05D2-41BC-800B-DADD446C2E2F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26246-677C-4C3A-A3C9-C2C6C9F7D516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Purpose:</a:t>
          </a:r>
          <a:br>
            <a:rPr lang="en-US" sz="2500" kern="1200"/>
          </a:br>
          <a:r>
            <a:rPr lang="en-US" sz="2500" kern="1200"/>
            <a:t>Acts as a local HTTP POST server that filters incoming data.</a:t>
          </a:r>
        </a:p>
      </dsp:txBody>
      <dsp:txXfrm>
        <a:off x="1507738" y="707092"/>
        <a:ext cx="9007861" cy="1305401"/>
      </dsp:txXfrm>
    </dsp:sp>
    <dsp:sp modelId="{E604148F-D3AF-43C1-905B-3A77BEF12891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E9DF39-B727-455C-A645-9BD7894E28BE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C6174-05AE-468B-A0BC-6D3ACDA2C6F3}">
      <dsp:nvSpPr>
        <dsp:cNvPr id="0" name=""/>
        <dsp:cNvSpPr/>
      </dsp:nvSpPr>
      <dsp:spPr>
        <a:xfrm>
          <a:off x="1507738" y="2338844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Key Actions:</a:t>
          </a:r>
          <a:endParaRPr lang="en-US" sz="2500" kern="1200"/>
        </a:p>
      </dsp:txBody>
      <dsp:txXfrm>
        <a:off x="1507738" y="2338844"/>
        <a:ext cx="4732020" cy="1305401"/>
      </dsp:txXfrm>
    </dsp:sp>
    <dsp:sp modelId="{A78A3455-948A-4E88-A169-84BB7A04B927}">
      <dsp:nvSpPr>
        <dsp:cNvPr id="0" name=""/>
        <dsp:cNvSpPr/>
      </dsp:nvSpPr>
      <dsp:spPr>
        <a:xfrm>
          <a:off x="6239758" y="2338844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Receives POST request from client.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Runs DLP analysis.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Prints “BLOCKED” or “ALLOWED”.</a:t>
          </a:r>
        </a:p>
      </dsp:txBody>
      <dsp:txXfrm>
        <a:off x="6239758" y="2338844"/>
        <a:ext cx="4275841" cy="1305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A67AA-651A-4202-8E07-2357028CA1C8}">
      <dsp:nvSpPr>
        <dsp:cNvPr id="0" name=""/>
        <dsp:cNvSpPr/>
      </dsp:nvSpPr>
      <dsp:spPr>
        <a:xfrm>
          <a:off x="2096280" y="2124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Purpose:</a:t>
          </a:r>
          <a:br>
            <a:rPr lang="en-IN" sz="1700" kern="1200"/>
          </a:br>
          <a:r>
            <a:rPr lang="en-IN" sz="1700" kern="1200"/>
            <a:t>Provides helper functions for masking and validation.</a:t>
          </a:r>
          <a:endParaRPr lang="en-US" sz="1700" kern="1200"/>
        </a:p>
      </dsp:txBody>
      <dsp:txXfrm>
        <a:off x="2134862" y="40706"/>
        <a:ext cx="2557435" cy="1240135"/>
      </dsp:txXfrm>
    </dsp:sp>
    <dsp:sp modelId="{A8C04DBA-9E06-41FB-91DA-6DFF38FF2D3D}">
      <dsp:nvSpPr>
        <dsp:cNvPr id="0" name=""/>
        <dsp:cNvSpPr/>
      </dsp:nvSpPr>
      <dsp:spPr>
        <a:xfrm>
          <a:off x="2096280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Functions:</a:t>
          </a:r>
          <a:endParaRPr lang="en-US" sz="1700" kern="1200"/>
        </a:p>
      </dsp:txBody>
      <dsp:txXfrm>
        <a:off x="2134862" y="1555601"/>
        <a:ext cx="2557435" cy="1240135"/>
      </dsp:txXfrm>
    </dsp:sp>
    <dsp:sp modelId="{BA8CD74E-86C1-4A62-871A-B5D21340EF20}">
      <dsp:nvSpPr>
        <dsp:cNvPr id="0" name=""/>
        <dsp:cNvSpPr/>
      </dsp:nvSpPr>
      <dsp:spPr>
        <a:xfrm rot="18289469">
          <a:off x="4335102" y="1390975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211665" y="1372086"/>
        <a:ext cx="92269" cy="92269"/>
      </dsp:txXfrm>
    </dsp:sp>
    <dsp:sp modelId="{AA0ECE6D-E695-40A1-BFEE-75B61ECC5900}">
      <dsp:nvSpPr>
        <dsp:cNvPr id="0" name=""/>
        <dsp:cNvSpPr/>
      </dsp:nvSpPr>
      <dsp:spPr>
        <a:xfrm>
          <a:off x="5784719" y="2124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luhn_checksum_is_valid() → Validates credit card numbers.</a:t>
          </a:r>
          <a:endParaRPr lang="en-US" sz="1700" kern="1200"/>
        </a:p>
      </dsp:txBody>
      <dsp:txXfrm>
        <a:off x="5823301" y="40706"/>
        <a:ext cx="2557435" cy="1240135"/>
      </dsp:txXfrm>
    </dsp:sp>
    <dsp:sp modelId="{4C182FA9-2E8C-443F-BFE9-262B70AD67FA}">
      <dsp:nvSpPr>
        <dsp:cNvPr id="0" name=""/>
        <dsp:cNvSpPr/>
      </dsp:nvSpPr>
      <dsp:spPr>
        <a:xfrm>
          <a:off x="4730880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1454" y="2149323"/>
        <a:ext cx="52691" cy="52691"/>
      </dsp:txXfrm>
    </dsp:sp>
    <dsp:sp modelId="{7A20CF4F-1118-4DF5-9FE3-F8C789D2D340}">
      <dsp:nvSpPr>
        <dsp:cNvPr id="0" name=""/>
        <dsp:cNvSpPr/>
      </dsp:nvSpPr>
      <dsp:spPr>
        <a:xfrm>
          <a:off x="5784719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partial_mask(data) → Masks all but last 4 characters.</a:t>
          </a:r>
          <a:endParaRPr lang="en-US" sz="1700" kern="1200"/>
        </a:p>
      </dsp:txBody>
      <dsp:txXfrm>
        <a:off x="5823301" y="1555601"/>
        <a:ext cx="2557435" cy="1240135"/>
      </dsp:txXfrm>
    </dsp:sp>
    <dsp:sp modelId="{13CCD2EE-F991-4593-B737-6CA5261FAE43}">
      <dsp:nvSpPr>
        <dsp:cNvPr id="0" name=""/>
        <dsp:cNvSpPr/>
      </dsp:nvSpPr>
      <dsp:spPr>
        <a:xfrm rot="3310531">
          <a:off x="4335102" y="2905870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211665" y="2886981"/>
        <a:ext cx="92269" cy="92269"/>
      </dsp:txXfrm>
    </dsp:sp>
    <dsp:sp modelId="{A4A29CCC-99FC-402B-A402-88037B897FDE}">
      <dsp:nvSpPr>
        <dsp:cNvPr id="0" name=""/>
        <dsp:cNvSpPr/>
      </dsp:nvSpPr>
      <dsp:spPr>
        <a:xfrm>
          <a:off x="5784719" y="3031913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mask_sensitive_data(text) → Fully masks sensitive text</a:t>
          </a:r>
          <a:endParaRPr lang="en-US" sz="1700" kern="1200"/>
        </a:p>
      </dsp:txBody>
      <dsp:txXfrm>
        <a:off x="5823301" y="3070495"/>
        <a:ext cx="2557435" cy="12401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0C323D-478D-45B2-8C5C-1A8D2A4EE429}">
      <dsp:nvSpPr>
        <dsp:cNvPr id="0" name=""/>
        <dsp:cNvSpPr/>
      </dsp:nvSpPr>
      <dsp:spPr>
        <a:xfrm>
          <a:off x="0" y="1047334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Real-time data scanning and blocking.</a:t>
          </a:r>
          <a:endParaRPr lang="en-US" sz="2500" kern="1200"/>
        </a:p>
      </dsp:txBody>
      <dsp:txXfrm>
        <a:off x="29985" y="1077319"/>
        <a:ext cx="6606863" cy="554280"/>
      </dsp:txXfrm>
    </dsp:sp>
    <dsp:sp modelId="{BAEC6FD3-783A-450E-A3BD-8BA6A49CF52B}">
      <dsp:nvSpPr>
        <dsp:cNvPr id="0" name=""/>
        <dsp:cNvSpPr/>
      </dsp:nvSpPr>
      <dsp:spPr>
        <a:xfrm>
          <a:off x="0" y="1733585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Supports multiple sensitive data types.</a:t>
          </a:r>
          <a:endParaRPr lang="en-US" sz="2500" kern="1200"/>
        </a:p>
      </dsp:txBody>
      <dsp:txXfrm>
        <a:off x="29985" y="1763570"/>
        <a:ext cx="6606863" cy="554280"/>
      </dsp:txXfrm>
    </dsp:sp>
    <dsp:sp modelId="{0302887D-5413-4BD6-ABF0-F71D28726587}">
      <dsp:nvSpPr>
        <dsp:cNvPr id="0" name=""/>
        <dsp:cNvSpPr/>
      </dsp:nvSpPr>
      <dsp:spPr>
        <a:xfrm>
          <a:off x="0" y="2419835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Modular and easily extensible with new rules.</a:t>
          </a:r>
          <a:endParaRPr lang="en-US" sz="2500" kern="1200"/>
        </a:p>
      </dsp:txBody>
      <dsp:txXfrm>
        <a:off x="29985" y="2449820"/>
        <a:ext cx="6606863" cy="554280"/>
      </dsp:txXfrm>
    </dsp:sp>
    <dsp:sp modelId="{8560D6C8-ECCB-40EB-A6A8-0EBDB597D6DE}">
      <dsp:nvSpPr>
        <dsp:cNvPr id="0" name=""/>
        <dsp:cNvSpPr/>
      </dsp:nvSpPr>
      <dsp:spPr>
        <a:xfrm>
          <a:off x="0" y="3106085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Logs all alerts for audit and compliance.</a:t>
          </a:r>
          <a:endParaRPr lang="en-US" sz="2500" kern="1200"/>
        </a:p>
      </dsp:txBody>
      <dsp:txXfrm>
        <a:off x="29985" y="3136070"/>
        <a:ext cx="6606863" cy="554280"/>
      </dsp:txXfrm>
    </dsp:sp>
    <dsp:sp modelId="{332FCD15-FA32-41FA-B147-45980DD7551B}">
      <dsp:nvSpPr>
        <dsp:cNvPr id="0" name=""/>
        <dsp:cNvSpPr/>
      </dsp:nvSpPr>
      <dsp:spPr>
        <a:xfrm>
          <a:off x="0" y="3792335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Lightweight — no external frameworks needed.</a:t>
          </a:r>
          <a:endParaRPr lang="en-US" sz="2500" kern="1200"/>
        </a:p>
      </dsp:txBody>
      <dsp:txXfrm>
        <a:off x="29985" y="3822320"/>
        <a:ext cx="6606863" cy="5542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873A6-D24F-45FE-A2FA-44181EEC0B35}">
      <dsp:nvSpPr>
        <dsp:cNvPr id="0" name=""/>
        <dsp:cNvSpPr/>
      </dsp:nvSpPr>
      <dsp:spPr>
        <a:xfrm>
          <a:off x="2185565" y="1934"/>
          <a:ext cx="8742263" cy="100213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machine learning for anomaly detection.</a:t>
          </a:r>
        </a:p>
      </dsp:txBody>
      <dsp:txXfrm>
        <a:off x="2185565" y="1934"/>
        <a:ext cx="8742263" cy="1002137"/>
      </dsp:txXfrm>
    </dsp:sp>
    <dsp:sp modelId="{E351BAC4-7B52-46C2-87F5-C32A9AE2E7E4}">
      <dsp:nvSpPr>
        <dsp:cNvPr id="0" name=""/>
        <dsp:cNvSpPr/>
      </dsp:nvSpPr>
      <dsp:spPr>
        <a:xfrm>
          <a:off x="0" y="1934"/>
          <a:ext cx="2185565" cy="10021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Add</a:t>
          </a:r>
        </a:p>
      </dsp:txBody>
      <dsp:txXfrm>
        <a:off x="0" y="1934"/>
        <a:ext cx="2185565" cy="1002137"/>
      </dsp:txXfrm>
    </dsp:sp>
    <dsp:sp modelId="{DC6267DD-9A3B-41EB-B289-9C4A06C50D59}">
      <dsp:nvSpPr>
        <dsp:cNvPr id="0" name=""/>
        <dsp:cNvSpPr/>
      </dsp:nvSpPr>
      <dsp:spPr>
        <a:xfrm>
          <a:off x="2185565" y="1064200"/>
          <a:ext cx="8742263" cy="1002137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with database for alert storage and reporting.</a:t>
          </a:r>
        </a:p>
      </dsp:txBody>
      <dsp:txXfrm>
        <a:off x="2185565" y="1064200"/>
        <a:ext cx="8742263" cy="1002137"/>
      </dsp:txXfrm>
    </dsp:sp>
    <dsp:sp modelId="{3AE833E8-244A-40A5-9413-39F5EA930B2B}">
      <dsp:nvSpPr>
        <dsp:cNvPr id="0" name=""/>
        <dsp:cNvSpPr/>
      </dsp:nvSpPr>
      <dsp:spPr>
        <a:xfrm>
          <a:off x="0" y="1064200"/>
          <a:ext cx="2185565" cy="1002137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Integrate</a:t>
          </a:r>
        </a:p>
      </dsp:txBody>
      <dsp:txXfrm>
        <a:off x="0" y="1064200"/>
        <a:ext cx="2185565" cy="1002137"/>
      </dsp:txXfrm>
    </dsp:sp>
    <dsp:sp modelId="{39872FBC-1B82-4DD7-8E04-2520F2FCFAC2}">
      <dsp:nvSpPr>
        <dsp:cNvPr id="0" name=""/>
        <dsp:cNvSpPr/>
      </dsp:nvSpPr>
      <dsp:spPr>
        <a:xfrm>
          <a:off x="2185565" y="2126466"/>
          <a:ext cx="8742263" cy="1002137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web dashboard for visualization.</a:t>
          </a:r>
        </a:p>
      </dsp:txBody>
      <dsp:txXfrm>
        <a:off x="2185565" y="2126466"/>
        <a:ext cx="8742263" cy="1002137"/>
      </dsp:txXfrm>
    </dsp:sp>
    <dsp:sp modelId="{4269E63D-073E-4504-95D5-43522ED0E079}">
      <dsp:nvSpPr>
        <dsp:cNvPr id="0" name=""/>
        <dsp:cNvSpPr/>
      </dsp:nvSpPr>
      <dsp:spPr>
        <a:xfrm>
          <a:off x="0" y="2126466"/>
          <a:ext cx="2185565" cy="1002137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Build</a:t>
          </a:r>
        </a:p>
      </dsp:txBody>
      <dsp:txXfrm>
        <a:off x="0" y="2126466"/>
        <a:ext cx="2185565" cy="1002137"/>
      </dsp:txXfrm>
    </dsp:sp>
    <dsp:sp modelId="{49748586-3473-45F6-A891-F2BBB0120322}">
      <dsp:nvSpPr>
        <dsp:cNvPr id="0" name=""/>
        <dsp:cNvSpPr/>
      </dsp:nvSpPr>
      <dsp:spPr>
        <a:xfrm>
          <a:off x="2185565" y="3188732"/>
          <a:ext cx="8742263" cy="100213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 file and email DLP (not just network).</a:t>
          </a:r>
        </a:p>
      </dsp:txBody>
      <dsp:txXfrm>
        <a:off x="2185565" y="3188732"/>
        <a:ext cx="8742263" cy="1002137"/>
      </dsp:txXfrm>
    </dsp:sp>
    <dsp:sp modelId="{29DBB885-A033-4047-B106-7DCBB6D9307B}">
      <dsp:nvSpPr>
        <dsp:cNvPr id="0" name=""/>
        <dsp:cNvSpPr/>
      </dsp:nvSpPr>
      <dsp:spPr>
        <a:xfrm>
          <a:off x="0" y="3188732"/>
          <a:ext cx="2185565" cy="100213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Expand</a:t>
          </a:r>
        </a:p>
      </dsp:txBody>
      <dsp:txXfrm>
        <a:off x="0" y="3188732"/>
        <a:ext cx="2185565" cy="1002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C26B-01EE-921F-2C83-50EDE72FA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6490D-9682-72D9-3562-F699E7FEE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2D39C-37EF-035A-5197-EC673ACA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E84DA-69F4-5BF2-FC85-ED30062F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78F11-D6F6-505F-91CD-2F57A7C5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8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3B38-7D1F-0155-6CC7-BE7BFE4B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1B70-C86A-D038-53E3-F5BF0A466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61D3C-6FE1-7BB0-394A-51EDF99B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97628-C310-7E06-3F27-5D104A04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FE47-E089-CA1C-1F96-D64D09D2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89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2E9E-4687-C1D3-815A-3B2E0B13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7ECFC-04A4-7598-E43E-6D71AAD16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6C42A-0690-6012-FA27-37C2ECC8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C9B4B-8907-68E9-A43B-FC7DF631E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B6CF9-B8EC-FCB5-97BF-F74CB96B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08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32DB4-6682-BF04-ECD0-9DAD1E6C9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9C043-563B-655E-1248-9E74778D6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F68A0-9C54-BAAF-D5EC-127DD5837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B3A62-90DD-BFDC-719A-258AFF23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C99FD-4147-7655-7EF0-FA8DCB8C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429D1-4474-C585-2FB9-904AA7C2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036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8070-AB1C-C898-8B8B-8962FE15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B7B2A-B484-6BA7-5070-874AB695F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1A3C2-89F9-2D9C-BB4C-77C1B0617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8603C-5C2E-7F0A-AD2C-C72D8B08F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255F9-59A3-08EA-E3EC-1B8074F694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7F1B18-9406-F7AF-17C7-6B1ABB35A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769B5-BDAF-796F-AEE5-845E07C78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271E0-5940-36F8-07BE-29A8B59F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7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77F97-F6A3-E1C4-EFB4-BF97A747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DB584-EF79-1F32-108D-FA709CB5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8EA84-A647-F5A0-ABBC-288F11C9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D8591-5CEB-D01F-E6B8-1F048FAA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446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44BEA-3DE9-ACE4-A036-CA6B9F47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0E4E2B-A780-2F83-305D-98FCD450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9331B-B5FB-8475-BBDD-93F30049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570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6F95-BFB8-861A-1F36-C045D75A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BDDA8-D4C7-DAAF-B51D-EBAE91548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5AB47-4772-DB7A-49E4-2DCA9AD2F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320D5-A3FC-1385-6FE6-7B17547E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A114C-8778-180C-AAC2-1E18F149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11AB2-012A-B6F8-2F03-BE71375A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07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835C-9895-B83F-7FFB-1192F4042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AD639A-D5ED-7E99-A74D-0FFFD7050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61F4F-D182-9C63-983F-FBE49A119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B787F-822B-412E-AD1A-06501AE0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28F55-ED0D-0476-A204-BD927000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AAD89-7736-C18F-1FEB-58FA17A3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6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1710-32DC-040F-FEEC-D36A9AAC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FE002-3A38-214E-86BD-36BEDD025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5825D-13B8-011B-2391-9A7CDB6E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C8826-0095-3EBE-E599-97E95759A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5122C-E344-F3EC-4828-AAB20AE2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88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C009B-4917-A6C1-2329-0773EE1BA5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A1D89-7C4E-0ABA-9DC4-A5F346CB0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CC846-AA61-287C-B4DD-83E63AE5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00DA1-DFE7-787C-57FA-C78B78137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2778D-2698-90CA-1A25-4E2AC842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0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21E49-B523-9352-76EC-7686AA7C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C872E-8FB7-60C6-3D1F-575F5E983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DF488-90B0-9DFA-38B0-B68E3B9FC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D042F-7454-4619-9E97-67F3FF8143F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3B355-AE2C-9830-BDF7-36799E446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D631-D7F0-2B56-499D-2F540C3D3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3D429-6094-4FA8-9DC9-8DD8E8E53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62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patil22/PISP-Data-Leakage-Prevention-Syste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16CC7-1AB8-72C0-AF97-D3D6181D1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Leakage Prevention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99ACC-B785-D88C-1DD6-6CCE5FB18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Git Hub Link: </a:t>
            </a:r>
            <a:r>
              <a:rPr lang="en-US" sz="2000" dirty="0">
                <a:hlinkClick r:id="rId2"/>
              </a:rPr>
              <a:t>https://github.com/lpatil22/PISP-Data-Leakage-Prevention-System</a:t>
            </a:r>
            <a:r>
              <a:rPr lang="en-US" sz="2000" dirty="0"/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Presented By : Lavannya Patil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537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35C71-0B93-B804-ADE8-7C2BAA4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816A39A-8A4A-4265-66AA-273D4F8C8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Data leaks can happen accidentally or maliciously.</a:t>
            </a:r>
          </a:p>
          <a:p>
            <a:r>
              <a:rPr lang="en-US" sz="2400" dirty="0"/>
              <a:t>Sensitive information includes: Emails, Passwords, Credit Card numbers, SSNs.</a:t>
            </a:r>
          </a:p>
          <a:p>
            <a:r>
              <a:rPr lang="en-US" sz="2400" dirty="0"/>
              <a:t>Enterprises must prevent leaks to avoid financial and legal risks.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0870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D44C0-B84E-8DF6-AD12-91E7FB360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A19766-34D6-D34C-2154-8FFC298C3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8157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759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FB0F5-AB38-6265-ED6B-FFA4A1313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D8160-8BBA-EC41-ADB9-F21D59ABF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849582"/>
            <a:ext cx="4977578" cy="42113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Dynamic rule-based detection </a:t>
            </a:r>
          </a:p>
          <a:p>
            <a:r>
              <a:rPr lang="en-US" sz="1800" dirty="0">
                <a:solidFill>
                  <a:schemeClr val="tx2"/>
                </a:solidFill>
              </a:rPr>
              <a:t>Supports multiple sensitive data types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Real-time alerts and logging</a:t>
            </a:r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7056E755-9C82-D89F-A04A-02E8C21A8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3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4B2C4-AF5B-8080-92EC-980891B11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Architecture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22754969-F2C2-E0C9-F964-2A208AF15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017407"/>
            <a:ext cx="7225748" cy="482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9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A1AE1-8531-D6E9-36C7-7DF5A633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 Components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D81AA44-3ABB-0794-FC3F-C71E037D67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35334"/>
          <a:ext cx="10515600" cy="3931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519613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54800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Component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6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post_server.py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HTTP server and checks incoming POST data for sensitive content.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66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network_dlp.py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analyzer that scans payloads, matches regex patterns, and logs alerts.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24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rules.json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regex rules for detecting sensitive data like emails, cards, and SSNs.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567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utils.py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helper functions for masking and data validation.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55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send_payload_http.py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Client script to send test data to the server.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808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alerts.log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Stores logs of detected sensitive data with timestamps.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007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6A3A-26B0-082C-0938-3AC2E660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1: network_dlp.py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CC42FE-C100-BD58-46EE-D0D4217A3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4868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85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487E-9A15-E7DF-93D5-EA7FD594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2: post_server.py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A8DA97-BFB8-C892-CAA4-44BCE02F4D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515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B79A7-65B1-5E28-5D03-A655049A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File 3: rules.json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6F557-553A-AA61-BD9A-D4F4D2EE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Purpose:</a:t>
            </a:r>
            <a:br>
              <a:rPr lang="en-US" sz="2000"/>
            </a:br>
            <a:r>
              <a:rPr lang="en-US" sz="2000"/>
              <a:t>Stores detection rules in JSON format.</a:t>
            </a:r>
          </a:p>
          <a:p>
            <a:r>
              <a:rPr lang="en-IN" sz="2000" b="1"/>
              <a:t>Examples of Patterns:</a:t>
            </a:r>
            <a:endParaRPr lang="en-IN" sz="2000"/>
          </a:p>
          <a:p>
            <a:endParaRPr lang="en-IN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E9CB45-8DE9-A74F-DFD3-998CF140F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63761"/>
              </p:ext>
            </p:extLst>
          </p:nvPr>
        </p:nvGraphicFramePr>
        <p:xfrm>
          <a:off x="5911532" y="2819756"/>
          <a:ext cx="5150277" cy="3043246"/>
        </p:xfrm>
        <a:graphic>
          <a:graphicData uri="http://schemas.openxmlformats.org/drawingml/2006/table">
            <a:tbl>
              <a:tblPr/>
              <a:tblGrid>
                <a:gridCol w="2218434">
                  <a:extLst>
                    <a:ext uri="{9D8B030D-6E8A-4147-A177-3AD203B41FA5}">
                      <a16:colId xmlns:a16="http://schemas.microsoft.com/office/drawing/2014/main" val="2941307554"/>
                    </a:ext>
                  </a:extLst>
                </a:gridCol>
                <a:gridCol w="2931843">
                  <a:extLst>
                    <a:ext uri="{9D8B030D-6E8A-4147-A177-3AD203B41FA5}">
                      <a16:colId xmlns:a16="http://schemas.microsoft.com/office/drawing/2014/main" val="2941178163"/>
                    </a:ext>
                  </a:extLst>
                </a:gridCol>
              </a:tblGrid>
              <a:tr h="37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Sensitive Data Type</a:t>
                      </a:r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Example Regex</a:t>
                      </a:r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408271"/>
                  </a:ext>
                </a:extLst>
              </a:tr>
              <a:tr h="894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Email Address</a:t>
                      </a:r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[A-Za-z0-9._%+-]+@[A-Za-z0-9.-]+\.[A-Za-z]{2,}</a:t>
                      </a:r>
                      <a:endParaRPr lang="en-IN" sz="1700"/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58135"/>
                  </a:ext>
                </a:extLst>
              </a:tr>
              <a:tr h="37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Credit Card Number</a:t>
                      </a:r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(?:\d[ -]*?){13,16}</a:t>
                      </a:r>
                      <a:endParaRPr lang="en-IN" sz="1700"/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581520"/>
                  </a:ext>
                </a:extLst>
              </a:tr>
              <a:tr h="37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SSN</a:t>
                      </a:r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\d{3}-\d{2}-\d{4}</a:t>
                      </a:r>
                      <a:endParaRPr lang="en-IN" sz="1700"/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927708"/>
                  </a:ext>
                </a:extLst>
              </a:tr>
              <a:tr h="37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Password Field</a:t>
                      </a:r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`(password</a:t>
                      </a:r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167581"/>
                  </a:ext>
                </a:extLst>
              </a:tr>
              <a:tr h="636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High Entropy String</a:t>
                      </a:r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(?=.*[A-Z])(?=.*[a-z])(?=.*\d)...</a:t>
                      </a:r>
                      <a:endParaRPr lang="en-IN" sz="1700"/>
                    </a:p>
                  </a:txBody>
                  <a:tcPr marL="85967" marR="85967" marT="42984" marB="429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81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40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25B3-25C7-9D98-8C2C-AB5224C2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4: utils.py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E9AC3F-6B39-02BB-89CF-DF4442BD05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082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A2B93-B8DF-4AEE-2C76-E27A4051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File 5: send_payload_http.py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B70E3-2F11-DA82-C3BE-CC97DDF12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Purpose:</a:t>
            </a:r>
            <a:b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Acts as the test client to simulate user data being sent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91623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BA3A-2C14-74F8-7B93-1DCD1A09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B3505-3B3C-74EC-10C5-E462BE7F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Case 1:Non-Sensitive Data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262AA-3A74-6344-E90A-AC40613D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196" y="2781295"/>
            <a:ext cx="7829607" cy="1295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94550-0D63-CB4B-7E04-73D7A5A47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196" y="4332281"/>
            <a:ext cx="7829607" cy="140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8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7AB521-80E2-044A-7D47-39FA87C0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 fontScale="90000"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Case 2: Sensitive Data</a:t>
            </a:r>
            <a:br>
              <a:rPr lang="en-IN" sz="4000" dirty="0">
                <a:solidFill>
                  <a:schemeClr val="bg1"/>
                </a:solidFill>
              </a:rPr>
            </a:br>
            <a:endParaRPr lang="en-IN" sz="4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26C65D-6D1C-7C18-A600-BB77B936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8" y="2685903"/>
            <a:ext cx="4565251" cy="1864832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31E5E42-6AAA-D785-3045-914E391A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0" y="2610293"/>
            <a:ext cx="4864617" cy="194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8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1948A-ECD0-0842-B4A5-8EC9D85C3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Features and Advantages</a:t>
            </a:r>
          </a:p>
        </p:txBody>
      </p:sp>
      <p:graphicFrame>
        <p:nvGraphicFramePr>
          <p:cNvPr id="24" name="Rectangle 1">
            <a:extLst>
              <a:ext uri="{FF2B5EF4-FFF2-40B4-BE49-F238E27FC236}">
                <a16:creationId xmlns:a16="http://schemas.microsoft.com/office/drawing/2014/main" id="{72FB2EB7-96B9-93FA-86A7-1539197C5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683200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219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2FE31-5A31-DFE7-ECE1-832E0C81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D2E73E-2FB7-6E61-C80E-C5E18B6A5E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1913390"/>
              </p:ext>
            </p:extLst>
          </p:nvPr>
        </p:nvGraphicFramePr>
        <p:xfrm>
          <a:off x="4905052" y="1432686"/>
          <a:ext cx="6666834" cy="40894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58417">
                  <a:extLst>
                    <a:ext uri="{9D8B030D-6E8A-4147-A177-3AD203B41FA5}">
                      <a16:colId xmlns:a16="http://schemas.microsoft.com/office/drawing/2014/main" val="287062182"/>
                    </a:ext>
                  </a:extLst>
                </a:gridCol>
                <a:gridCol w="4308417">
                  <a:extLst>
                    <a:ext uri="{9D8B030D-6E8A-4147-A177-3AD203B41FA5}">
                      <a16:colId xmlns:a16="http://schemas.microsoft.com/office/drawing/2014/main" val="1609776773"/>
                    </a:ext>
                  </a:extLst>
                </a:gridCol>
              </a:tblGrid>
              <a:tr h="456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Limitation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000" marR="111429" marT="22286" marB="16714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000" marR="111429" marT="22286" marB="1671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752634"/>
                  </a:ext>
                </a:extLst>
              </a:tr>
              <a:tr h="67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Regex-based detection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000" marR="111429" marT="22286" marB="16714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Can only detect predefined patterns — may miss new or complex data types.</a:t>
                      </a:r>
                    </a:p>
                  </a:txBody>
                  <a:tcPr marL="78000" marR="111429" marT="22286" marB="1671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8730"/>
                  </a:ext>
                </a:extLst>
              </a:tr>
              <a:tr h="456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No encryption analysis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000" marR="111429" marT="22286" marB="16714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Encrypted or encoded data cannot be inspected.</a:t>
                      </a:r>
                    </a:p>
                  </a:txBody>
                  <a:tcPr marL="78000" marR="111429" marT="22286" marB="1671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982692"/>
                  </a:ext>
                </a:extLst>
              </a:tr>
              <a:tr h="67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Local scope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000" marR="111429" marT="22286" marB="16714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Works only on local server (not yet integrated with real network traffic).</a:t>
                      </a:r>
                    </a:p>
                  </a:txBody>
                  <a:tcPr marL="78000" marR="111429" marT="22286" marB="1671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052828"/>
                  </a:ext>
                </a:extLst>
              </a:tr>
              <a:tr h="67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No user authentication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000" marR="111429" marT="22286" marB="16714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Anyone can send POST requests; no access control.</a:t>
                      </a:r>
                    </a:p>
                  </a:txBody>
                  <a:tcPr marL="78000" marR="111429" marT="22286" marB="1671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578862"/>
                  </a:ext>
                </a:extLst>
              </a:tr>
              <a:tr h="456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Static rules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000" marR="111429" marT="22286" marB="16714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Rules must be manually updated in 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rules.json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8000" marR="111429" marT="22286" marB="1671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651707"/>
                  </a:ext>
                </a:extLst>
              </a:tr>
              <a:tr h="67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Limited scalability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000" marR="111429" marT="22286" marB="16714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Designed for small-scale demo, not enterprise-level performance.</a:t>
                      </a:r>
                    </a:p>
                  </a:txBody>
                  <a:tcPr marL="78000" marR="111429" marT="22286" marB="1671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21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96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85C4C-544C-52C7-D61C-9A585A96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Future Enhancements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33D5221-B26C-B15D-21A1-343BCCD727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61179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2194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4BF47-552A-3A72-3FA7-CC240B25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E3FACA29-C06F-7DB6-3553-4D77197A5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89331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652</Words>
  <Application>Microsoft Office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Office Theme</vt:lpstr>
      <vt:lpstr>Data Leakage Prevention System</vt:lpstr>
      <vt:lpstr>Introduction</vt:lpstr>
      <vt:lpstr>Objectives</vt:lpstr>
      <vt:lpstr>Key Features</vt:lpstr>
      <vt:lpstr>Project Architecture</vt:lpstr>
      <vt:lpstr>Core Components</vt:lpstr>
      <vt:lpstr>File 1: network_dlp.py</vt:lpstr>
      <vt:lpstr>File 2: post_server.py</vt:lpstr>
      <vt:lpstr>File 3: rules.json</vt:lpstr>
      <vt:lpstr>File 4: utils.py</vt:lpstr>
      <vt:lpstr>File 5: send_payload_http.py</vt:lpstr>
      <vt:lpstr>Sample Output</vt:lpstr>
      <vt:lpstr>Case 2: Sensitive Data </vt:lpstr>
      <vt:lpstr>Features and Advantages</vt:lpstr>
      <vt:lpstr>Limitations</vt:lpstr>
      <vt:lpstr>Future Enhancements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Lavannya Patil</dc:creator>
  <cp:lastModifiedBy>Lavannya Patil</cp:lastModifiedBy>
  <cp:revision>3</cp:revision>
  <dcterms:created xsi:type="dcterms:W3CDTF">2025-11-10T01:16:55Z</dcterms:created>
  <dcterms:modified xsi:type="dcterms:W3CDTF">2025-11-10T15:29:47Z</dcterms:modified>
</cp:coreProperties>
</file>